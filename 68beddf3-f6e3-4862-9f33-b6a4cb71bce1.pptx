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1"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9143861" cy="6857895"/>
  <p:kinsoku lang="zh-CN" invalStChars="!%),.:;?]}¨·ˇˉ་―‖’”…‰∶、。〃々〉》」』】〕〗！＂＇％），．：；？］｀｜｝～￠" invalEndChars="([{·‘“〈《「『【〔〖（．［｛￡￥"/>
  <p:defaultTextStyle>
    <a:defPPr>
      <a:defRPr lang="zh-CN"/>
    </a:defPPr>
    <a:lvl1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1pPr>
    <a:lvl2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2pPr>
    <a:lvl3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3pPr>
    <a:lvl4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4pPr>
    <a:lvl5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5pPr>
    <a:lvl6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6pPr>
    <a:lvl7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7pPr>
    <a:lvl8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8pPr>
    <a:lvl9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6666" autoAdjust="0"/>
    <p:restoredTop sz="100000" autoAdjust="0"/>
  </p:normalViewPr>
  <p:slideViewPr>
    <p:cSldViewPr snapToGrid="0">
      <p:cViewPr varScale="1">
        <p:scale>
          <a:sx n="84" d="100"/>
          <a:sy n="84" d="100"/>
        </p:scale>
        <p:origin x="0" y="0"/>
      </p:cViewPr>
      <p:guideLst>
        <p:guide orient="horz" pos="2880"/>
        <p:guide pos="2160"/>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7" name="文本框"/>
          <p:cNvSpPr>
            <a:spLocks noGrp="1"/>
          </p:cNvSpPr>
          <p:nvPr>
            <p:ph type="hdr" idx="2"/>
          </p:nvPr>
        </p:nvSpPr>
        <p:spPr>
          <a:xfrm rot="0">
            <a:off x="0" y="0"/>
            <a:ext cx="5283200" cy="344488"/>
          </a:xfrm>
          <a:prstGeom prst="rect"/>
          <a:noFill/>
          <a:ln w="12700" cmpd="sng" cap="flat">
            <a:noFill/>
            <a:prstDash val="solid"/>
            <a:round/>
          </a:ln>
        </p:spPr>
        <p:txBody>
          <a:bodyPr vert="horz" wrap="square" lIns="91425" tIns="45700" rIns="91425" bIns="45700" anchor="t" anchorCtr="0">
            <a:prstTxWarp prst="textNoShape"/>
          </a:bodyPr>
          <a:lstStyle/>
          <a:p>
            <a:pPr algn="l">
              <a:spcBef>
                <a:spcPts val="0"/>
              </a:spcBef>
              <a:spcAft>
                <a:spcPts val="0"/>
              </a:spcAft>
              <a:buNone/>
            </a:pPr>
            <a:endParaRPr lang="zh-CN" altLang="en-US"/>
          </a:p>
        </p:txBody>
      </p:sp>
      <p:sp>
        <p:nvSpPr>
          <p:cNvPr id="18" name="文本框"/>
          <p:cNvSpPr>
            <a:spLocks noGrp="1"/>
          </p:cNvSpPr>
          <p:nvPr>
            <p:ph type="dt" idx="10"/>
          </p:nvPr>
        </p:nvSpPr>
        <p:spPr>
          <a:xfrm rot="0">
            <a:off x="6905625" y="0"/>
            <a:ext cx="5283200" cy="344488"/>
          </a:xfrm>
          <a:prstGeom prst="rect"/>
          <a:noFill/>
          <a:ln w="12700" cmpd="sng" cap="flat">
            <a:noFill/>
            <a:prstDash val="solid"/>
            <a:round/>
          </a:ln>
        </p:spPr>
        <p:txBody>
          <a:bodyPr vert="horz" wrap="square" lIns="91425" tIns="45700" rIns="91425" bIns="45700" anchor="t" anchorCtr="0">
            <a:prstTxWarp prst="textNoShape"/>
          </a:bodyPr>
          <a:lstStyle/>
          <a:p>
            <a:pPr algn="r">
              <a:spcBef>
                <a:spcPts val="0"/>
              </a:spcBef>
              <a:spcAft>
                <a:spcPts val="0"/>
              </a:spcAft>
              <a:buNone/>
            </a:pPr>
            <a:endParaRPr lang="zh-CN" altLang="en-US"/>
          </a:p>
        </p:txBody>
      </p:sp>
      <p:sp>
        <p:nvSpPr>
          <p:cNvPr id="19" name="对象"/>
          <p:cNvSpPr>
            <a:spLocks noGrp="1" noChangeAspect="1"/>
          </p:cNvSpPr>
          <p:nvPr>
            <p:ph type="sldImg" idx="3"/>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w="12700" cmpd="sng" cap="flat">
            <a:solidFill>
              <a:srgbClr val="000000"/>
            </a:solidFill>
            <a:prstDash val="solid"/>
            <a:round/>
          </a:ln>
        </p:spPr>
      </p:sp>
      <p:sp>
        <p:nvSpPr>
          <p:cNvPr id="20" name="文本框"/>
          <p:cNvSpPr>
            <a:spLocks noGrp="1"/>
          </p:cNvSpPr>
          <p:nvPr>
            <p:ph type="body" idx="1"/>
          </p:nvPr>
        </p:nvSpPr>
        <p:spPr>
          <a:xfrm rot="0">
            <a:off x="1219200" y="3300412"/>
            <a:ext cx="9753600" cy="2700337"/>
          </a:xfrm>
          <a:prstGeom prst="rect"/>
          <a:noFill/>
          <a:ln w="12700" cmpd="sng" cap="flat">
            <a:noFill/>
            <a:prstDash val="solid"/>
            <a:round/>
          </a:ln>
        </p:spPr>
        <p:txBody>
          <a:bodyPr vert="horz" wrap="square" lIns="91425" tIns="45700" rIns="91425" bIns="45700" anchor="t" anchorCtr="0">
            <a:prstTxWarp prst="textNoShape"/>
          </a:bodyPr>
          <a:lstStyle/>
          <a:p>
            <a:pPr marL="457200" indent="-228600" algn="l">
              <a:spcBef>
                <a:spcPts val="0"/>
              </a:spcBef>
              <a:spcAft>
                <a:spcPts val="0"/>
              </a:spcAft>
              <a:buNone/>
            </a:pPr>
            <a:endParaRPr lang="zh-CN" altLang="en-US"/>
          </a:p>
        </p:txBody>
      </p:sp>
      <p:sp>
        <p:nvSpPr>
          <p:cNvPr id="21" name="文本框"/>
          <p:cNvSpPr>
            <a:spLocks noGrp="1"/>
          </p:cNvSpPr>
          <p:nvPr>
            <p:ph type="ftr"/>
          </p:nvPr>
        </p:nvSpPr>
        <p:spPr>
          <a:xfrm rot="0">
            <a:off x="0" y="6513513"/>
            <a:ext cx="5283200" cy="344487"/>
          </a:xfrm>
          <a:prstGeom prst="rect"/>
          <a:noFill/>
          <a:ln w="12700" cmpd="sng" cap="flat">
            <a:noFill/>
            <a:prstDash val="solid"/>
            <a:round/>
          </a:ln>
        </p:spPr>
        <p:txBody>
          <a:bodyPr vert="horz" wrap="square" lIns="91425" tIns="45700" rIns="91425" bIns="45700" anchor="b" anchorCtr="0">
            <a:prstTxWarp prst="textNoShape"/>
          </a:bodyPr>
          <a:lstStyle/>
          <a:p>
            <a:pPr algn="l">
              <a:spcBef>
                <a:spcPts val="0"/>
              </a:spcBef>
              <a:spcAft>
                <a:spcPts val="0"/>
              </a:spcAft>
              <a:buNone/>
            </a:pPr>
            <a:endParaRPr lang="zh-CN" altLang="en-US"/>
          </a:p>
        </p:txBody>
      </p:sp>
      <p:sp>
        <p:nvSpPr>
          <p:cNvPr id="22" name="文本框"/>
          <p:cNvSpPr>
            <a:spLocks noGrp="1"/>
          </p:cNvSpPr>
          <p:nvPr>
            <p:ph type="sldNum"/>
          </p:nvPr>
        </p:nvSpPr>
        <p:spPr>
          <a:xfrm rot="0">
            <a:off x="6905625" y="6513513"/>
            <a:ext cx="5283200" cy="344487"/>
          </a:xfrm>
          <a:prstGeom prst="rect"/>
          <a:noFill/>
          <a:ln w="12700" cmpd="sng" cap="flat">
            <a:noFill/>
            <a:prstDash val="solid"/>
            <a:round/>
          </a:ln>
        </p:spPr>
        <p:txBody>
          <a:bodyPr vert="horz" wrap="square" lIns="91425" tIns="45700" rIns="91425" bIns="45700" anchor="b" anchorCtr="0">
            <a:prstTxWarp prst="textNoShape"/>
          </a:bodyPr>
          <a:lstStyle/>
          <a:p>
            <a:pPr marL="0" indent="0" algn="r">
              <a:spcBef>
                <a:spcPts val="0"/>
              </a:spcBef>
              <a:spcAft>
                <a:spcPts val="0"/>
              </a:spcAft>
            </a:pPr>
            <a:fld id="{CAD2D6BD-DE1B-4B5F-8B41-2702339687B9}" type="slidenum">
              <a:rPr lang="en-US" altLang="zh-CN" sz="1200" b="0" i="0" u="none" strike="noStrike" kern="0" cap="none" spc="0" baseline="0">
                <a:solidFill>
                  <a:srgbClr val="000000"/>
                </a:solidFill>
                <a:latin typeface="Calibri" pitchFamily="0" charset="0"/>
                <a:ea typeface="Calibri" pitchFamily="0" charset="0"/>
                <a:cs typeface="Calibri" pitchFamily="0" charset="0"/>
                <a:sym typeface="Calibri" pitchFamily="0" charset="0"/>
              </a:rPr>
              <a:t>&lt;#&gt;</a:t>
            </a:fld>
            <a:endParaRPr lang="zh-CN" altLang="en-US" sz="1200" b="0" i="0" u="none" strike="noStrike" cap="none">
              <a:solidFill>
                <a:srgbClr val="000000"/>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197346072"/>
      </p:ext>
    </p:extLst>
  </p:cSld>
  <p:clrMap bg1="lt1" tx1="dk1" bg2="lt2" tx2="dk2" accent1="accent1" accent2="accent2" accent3="accent3" accent4="accent4" accent5="accent5" accent6="accent6" hlink="hlink" folHlink="folHlink"/>
  <p:hf sldNum="0" hdr="0" ftr="0" dt="0"/>
  <p:notesStyle>
    <a:lvl1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1pPr>
    <a:lvl2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2pPr>
    <a:lvl3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3pPr>
    <a:lvl4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4pPr>
    <a:lvl5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5pPr>
    <a:lvl6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6pPr>
    <a:lvl7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7pPr>
    <a:lvl8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8pPr>
    <a:lvl9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pitchFamily="0" charset="0"/>
        <a:ea typeface="Arial" pitchFamily="0" charset="0"/>
        <a:cs typeface="Arial"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47"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w="12700" cmpd="sng" cap="flat">
            <a:solidFill>
              <a:srgbClr val="000000"/>
            </a:solidFill>
            <a:prstDash val="solid"/>
            <a:round/>
          </a:ln>
        </p:spPr>
      </p:sp>
      <p:sp>
        <p:nvSpPr>
          <p:cNvPr id="48" name="文本框"/>
          <p:cNvSpPr>
            <a:spLocks noGrp="1"/>
          </p:cNvSpPr>
          <p:nvPr>
            <p:ph type="body" idx="1"/>
          </p:nvPr>
        </p:nvSpPr>
        <p:spPr>
          <a:xfrm rot="0">
            <a:off x="1219200" y="3300412"/>
            <a:ext cx="9753600" cy="2700337"/>
          </a:xfrm>
          <a:prstGeom prst="rect"/>
          <a:noFill/>
          <a:ln w="12700" cmpd="sng" cap="flat">
            <a:noFill/>
            <a:prstDash val="solid"/>
            <a:round/>
          </a:ln>
        </p:spPr>
        <p:txBody>
          <a:bodyPr vert="horz" wrap="square" lIns="91425" tIns="45700" rIns="91425" bIns="45700" anchor="t" anchorCtr="0">
            <a:prstTxWarp prst="textNoShape"/>
          </a:bodyPr>
          <a:lstStyle/>
          <a:p>
            <a:endParaRPr lang="zh-CN" altLang="en-US"/>
          </a:p>
        </p:txBody>
      </p:sp>
    </p:spTree>
    <p:extLst>
      <p:ext uri="{BB962C8B-B14F-4D97-AF65-F5344CB8AC3E}">
        <p14:creationId xmlns:p14="http://schemas.microsoft.com/office/powerpoint/2010/main" val="1630826600"/>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84"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85"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634544153"/>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08"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09"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275652160"/>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20"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21"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893097583"/>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31"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32"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914969569"/>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35"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36"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182958719"/>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44"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45"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305181376"/>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54"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55"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581284056"/>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58"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59"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572463691"/>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68"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69"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564736836"/>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76"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77"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98438925"/>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85"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86"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290997394"/>
      </p:ext>
    </p:extLst>
  </p:cSld>
  <p:clrMapOvr>
    <a:masterClrMapping/>
  </p:clrMapOvr>
</p:notes>
</file>

<file path=ppt/notesSlides/notesSlide13.xml><?xml version="1.0" encoding="utf-8"?>
<p:notes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89"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25" tIns="45700" rIns="91425" bIns="45700" anchor="t" anchorCtr="0">
            <a:prstTxWarp prst="textNoShape"/>
          </a:bodyPr>
          <a:lstStyle/>
          <a:p>
            <a:endParaRPr lang="zh-CN" altLang="en-US"/>
          </a:p>
        </p:txBody>
      </p:sp>
      <p:sp>
        <p:nvSpPr>
          <p:cNvPr id="190" name="对象"/>
          <p:cNvSpPr>
            <a:spLocks noGrp="1" noChangeAspect="1"/>
          </p:cNvSpPr>
          <p:nvPr>
            <p:ph type="sldImg" idx="2"/>
          </p:nvPr>
        </p:nvSpPr>
        <p:spPr>
          <a:xfrm rot="0">
            <a:off x="4038600" y="857250"/>
            <a:ext cx="4114800" cy="2314575"/>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close/>
              </a:path>
            </a:pathLst>
          </a:custGeom>
          <a:noFill/>
          <a:ln cmpd="sng" cap="flat">
            <a:noFill/>
            <a:prstDash val="solid"/>
            <a:miter/>
          </a:ln>
        </p:spPr>
      </p:sp>
    </p:spTree>
    <p:extLst>
      <p:ext uri="{BB962C8B-B14F-4D97-AF65-F5344CB8AC3E}">
        <p14:creationId xmlns:p14="http://schemas.microsoft.com/office/powerpoint/2010/main" val="1680786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89365897"/>
      </p:ext>
    </p:extLst>
  </p:cSld>
  <p:clrMapOvr>
    <a:masterClrMapping/>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908449014"/>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180906243"/>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311438641"/>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7"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8"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9"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025684255"/>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4"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5"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636401177"/>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3"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4"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778794800"/>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632157489"/>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097047034"/>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351977076"/>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489194485"/>
      </p:ext>
    </p:extLst>
  </p:cSld>
  <p:clrMapOvr>
    <a:masterClrMapping xmlns:a="http://schemas.openxmlformats.org/drawingml/2006/main"/>
  </p:clrMapOvr>
</p:sldLayout>
</file>

<file path=ppt/slideLayouts/slideLayout12.xml><?xml version="1.0" encoding="utf-8"?>
<p:sldLayout xmlns:p="http://schemas.openxmlformats.org/presentationml/2006/main" showMasterSp="0" preserve="1">
  <p:cSld name="自定义版式">
    <p:bg>
      <p:bgPr>
        <a:solidFill xmlns:a="http://schemas.openxmlformats.org/drawingml/2006/main">
          <a:srgbClr val="FFFFFF"/>
        </a:solidFill>
      </p:bgPr>
    </p:bg>
    <p:spTree>
      <p:nvGrpSpPr>
        <p:cNvPr id="1" name=""/>
        <p:cNvGrpSpPr/>
        <p:nvPr/>
      </p:nvGrpSpPr>
      <p:grpSpPr>
        <a:xfrm xmlns:a="http://schemas.openxmlformats.org/drawingml/2006/main">
          <a:off x="0" y="0"/>
          <a:ext cx="0" cy="0"/>
          <a:chOff x="0" y="0"/>
          <a:chExt cx="0" cy="0"/>
        </a:xfrm>
      </p:grpSpPr>
      <p:sp>
        <p:nvSpPr>
          <p:cNvPr id="37" name="曲线"/>
          <p:cNvSpPr>
            <a:spLocks xmlns:a="http://schemas.openxmlformats.org/drawingml/2006/main"/>
          </p:cNvSpPr>
          <p:nvPr/>
        </p:nvSpPr>
        <p:spPr>
          <a:xfrm xmlns:a="http://schemas.openxmlformats.org/drawingml/2006/main" rot="0">
            <a:off x="9377426" y="4825"/>
            <a:ext cx="1218564" cy="6853554"/>
          </a:xfrm>
          <a:custGeom xmlns:a="http://schemas.openxmlformats.org/drawingml/2006/main">
            <a:gdLst>
              <a:gd name="T1" fmla="*/ 0 w 21600"/>
              <a:gd name="T2" fmla="*/ 0 h 21600"/>
              <a:gd name="T3" fmla="*/ 21600 w 21600"/>
              <a:gd name="T4" fmla="*/ 21600 h 21600"/>
            </a:gdLst>
            <a:rect l="T1" t="T2" r="T3" b="T4"/>
            <a:pathLst>
              <a:path w="21600" h="21600">
                <a:moveTo>
                  <a:pt x="0" y="0"/>
                </a:moveTo>
                <a:lnTo>
                  <a:pt x="21596" y="21598"/>
                </a:lnTo>
              </a:path>
            </a:pathLst>
          </a:custGeom>
          <a:noFill xmlns:a="http://schemas.openxmlformats.org/drawingml/2006/main"/>
          <a:ln xmlns:a="http://schemas.openxmlformats.org/drawingml/2006/main" w="9525" cmpd="sng" cap="flat">
            <a:solidFill>
              <a:srgbClr val="5FCAEE"/>
            </a:solidFill>
            <a:prstDash val="solid"/>
            <a:round/>
          </a:ln>
        </p:spPr>
      </p:sp>
      <p:sp>
        <p:nvSpPr>
          <p:cNvPr id="36" name="曲线"/>
          <p:cNvSpPr>
            <a:spLocks xmlns:a="http://schemas.openxmlformats.org/drawingml/2006/main"/>
          </p:cNvSpPr>
          <p:nvPr/>
        </p:nvSpPr>
        <p:spPr>
          <a:xfrm xmlns:a="http://schemas.openxmlformats.org/drawingml/2006/main" rot="0">
            <a:off x="7448612" y="3694896"/>
            <a:ext cx="4743450" cy="3163570"/>
          </a:xfrm>
          <a:custGeom xmlns:a="http://schemas.openxmlformats.org/drawingml/2006/main">
            <a:gdLst>
              <a:gd name="T1" fmla="*/ 0 w 21600"/>
              <a:gd name="T2" fmla="*/ 0 h 21600"/>
              <a:gd name="T3" fmla="*/ 21600 w 21600"/>
              <a:gd name="T4" fmla="*/ 21600 h 21600"/>
            </a:gdLst>
            <a:rect l="T1" t="T2" r="T3" b="T4"/>
            <a:pathLst>
              <a:path w="21600" h="21600">
                <a:moveTo>
                  <a:pt x="21599" y="0"/>
                </a:moveTo>
                <a:lnTo>
                  <a:pt x="0" y="21596"/>
                </a:lnTo>
              </a:path>
            </a:pathLst>
          </a:custGeom>
          <a:noFill xmlns:a="http://schemas.openxmlformats.org/drawingml/2006/main"/>
          <a:ln xmlns:a="http://schemas.openxmlformats.org/drawingml/2006/main" w="9525" cmpd="sng" cap="flat">
            <a:solidFill>
              <a:srgbClr val="5FCAEE"/>
            </a:solidFill>
            <a:prstDash val="solid"/>
            <a:round/>
          </a:ln>
        </p:spPr>
      </p:sp>
      <p:sp>
        <p:nvSpPr>
          <p:cNvPr id="35" name="曲线"/>
          <p:cNvSpPr>
            <a:spLocks xmlns:a="http://schemas.openxmlformats.org/drawingml/2006/main"/>
          </p:cNvSpPr>
          <p:nvPr/>
        </p:nvSpPr>
        <p:spPr>
          <a:xfrm xmlns:a="http://schemas.openxmlformats.org/drawingml/2006/main" rot="0">
            <a:off x="9182100" y="0"/>
            <a:ext cx="3009899" cy="6858000"/>
          </a:xfrm>
          <a:custGeom xmlns:a="http://schemas.openxmlformats.org/drawingml/2006/main">
            <a:gdLst>
              <a:gd name="T1" fmla="*/ 0 w 21600"/>
              <a:gd name="T2" fmla="*/ 0 h 21600"/>
              <a:gd name="T3" fmla="*/ 21600 w 21600"/>
              <a:gd name="T4" fmla="*/ 21600 h 21600"/>
            </a:gdLst>
            <a:rect l="T1" t="T2" r="T3" b="T4"/>
            <a:pathLst>
              <a:path w="21600" h="21600">
                <a:moveTo>
                  <a:pt x="21599" y="0"/>
                </a:moveTo>
                <a:lnTo>
                  <a:pt x="14671" y="0"/>
                </a:lnTo>
                <a:lnTo>
                  <a:pt x="0" y="21599"/>
                </a:lnTo>
                <a:lnTo>
                  <a:pt x="21599" y="21599"/>
                </a:lnTo>
                <a:lnTo>
                  <a:pt x="21599" y="0"/>
                </a:lnTo>
                <a:close/>
              </a:path>
            </a:pathLst>
          </a:custGeom>
          <a:solidFill xmlns:a="http://schemas.openxmlformats.org/drawingml/2006/main">
            <a:srgbClr val="5FCAEE">
              <a:alpha val="36000"/>
            </a:srgbClr>
          </a:solidFill>
          <a:ln xmlns:a="http://schemas.openxmlformats.org/drawingml/2006/main" cmpd="sng" cap="flat">
            <a:noFill/>
            <a:prstDash val="solid"/>
            <a:round/>
          </a:ln>
        </p:spPr>
      </p:sp>
      <p:sp>
        <p:nvSpPr>
          <p:cNvPr id="34" name="曲线"/>
          <p:cNvSpPr>
            <a:spLocks xmlns:a="http://schemas.openxmlformats.org/drawingml/2006/main"/>
          </p:cNvSpPr>
          <p:nvPr/>
        </p:nvSpPr>
        <p:spPr>
          <a:xfrm xmlns:a="http://schemas.openxmlformats.org/drawingml/2006/main" rot="0">
            <a:off x="9602878" y="0"/>
            <a:ext cx="2589529" cy="6858000"/>
          </a:xfrm>
          <a:custGeom xmlns:a="http://schemas.openxmlformats.org/drawingml/2006/main">
            <a:gdLst>
              <a:gd name="T1" fmla="*/ 0 w 21600"/>
              <a:gd name="T2" fmla="*/ 0 h 21600"/>
              <a:gd name="T3" fmla="*/ 21600 w 21600"/>
              <a:gd name="T4" fmla="*/ 21600 h 21600"/>
            </a:gdLst>
            <a:rect l="T1" t="T2" r="T3" b="T4"/>
            <a:pathLst>
              <a:path w="21600" h="21600">
                <a:moveTo>
                  <a:pt x="21596" y="0"/>
                </a:moveTo>
                <a:lnTo>
                  <a:pt x="0" y="0"/>
                </a:lnTo>
                <a:lnTo>
                  <a:pt x="10083" y="21599"/>
                </a:lnTo>
                <a:lnTo>
                  <a:pt x="21596" y="21599"/>
                </a:lnTo>
                <a:lnTo>
                  <a:pt x="21596" y="0"/>
                </a:lnTo>
                <a:close/>
              </a:path>
            </a:pathLst>
          </a:custGeom>
          <a:solidFill xmlns:a="http://schemas.openxmlformats.org/drawingml/2006/main">
            <a:srgbClr val="5FCAEE">
              <a:alpha val="20000"/>
            </a:srgbClr>
          </a:solidFill>
          <a:ln xmlns:a="http://schemas.openxmlformats.org/drawingml/2006/main" cmpd="sng" cap="flat">
            <a:noFill/>
            <a:prstDash val="solid"/>
            <a:round/>
          </a:ln>
        </p:spPr>
      </p:sp>
      <p:sp>
        <p:nvSpPr>
          <p:cNvPr id="33" name="曲线"/>
          <p:cNvSpPr>
            <a:spLocks xmlns:a="http://schemas.openxmlformats.org/drawingml/2006/main"/>
          </p:cNvSpPr>
          <p:nvPr/>
        </p:nvSpPr>
        <p:spPr>
          <a:xfrm xmlns:a="http://schemas.openxmlformats.org/drawingml/2006/main" rot="0">
            <a:off x="8934450" y="3048000"/>
            <a:ext cx="3257550" cy="3810000"/>
          </a:xfrm>
          <a:custGeom xmlns:a="http://schemas.openxmlformats.org/drawingml/2006/main">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xmlns:a="http://schemas.openxmlformats.org/drawingml/2006/main">
            <a:srgbClr val="17AFE3">
              <a:alpha val="65000"/>
            </a:srgbClr>
          </a:solidFill>
          <a:ln xmlns:a="http://schemas.openxmlformats.org/drawingml/2006/main" cmpd="sng" cap="flat">
            <a:noFill/>
            <a:prstDash val="solid"/>
            <a:round/>
          </a:ln>
        </p:spPr>
      </p:sp>
      <p:sp>
        <p:nvSpPr>
          <p:cNvPr id="32" name="曲线"/>
          <p:cNvSpPr>
            <a:spLocks xmlns:a="http://schemas.openxmlformats.org/drawingml/2006/main"/>
          </p:cNvSpPr>
          <p:nvPr/>
        </p:nvSpPr>
        <p:spPr>
          <a:xfrm xmlns:a="http://schemas.openxmlformats.org/drawingml/2006/main" rot="0">
            <a:off x="9337930" y="0"/>
            <a:ext cx="2854324" cy="6858000"/>
          </a:xfrm>
          <a:custGeom xmlns:a="http://schemas.openxmlformats.org/drawingml/2006/main">
            <a:gdLst>
              <a:gd name="T1" fmla="*/ 0 w 21600"/>
              <a:gd name="T2" fmla="*/ 0 h 21600"/>
              <a:gd name="T3" fmla="*/ 21600 w 21600"/>
              <a:gd name="T4" fmla="*/ 21600 h 21600"/>
            </a:gdLst>
            <a:rect l="T1" t="T2" r="T3" b="T4"/>
            <a:pathLst>
              <a:path w="21600" h="21600">
                <a:moveTo>
                  <a:pt x="21598" y="0"/>
                </a:moveTo>
                <a:lnTo>
                  <a:pt x="0" y="0"/>
                </a:lnTo>
                <a:lnTo>
                  <a:pt x="18691" y="21599"/>
                </a:lnTo>
                <a:lnTo>
                  <a:pt x="21598" y="21599"/>
                </a:lnTo>
                <a:lnTo>
                  <a:pt x="21598" y="0"/>
                </a:lnTo>
                <a:close/>
              </a:path>
            </a:pathLst>
          </a:custGeom>
          <a:solidFill xmlns:a="http://schemas.openxmlformats.org/drawingml/2006/main">
            <a:srgbClr val="17AFE3">
              <a:alpha val="50000"/>
            </a:srgbClr>
          </a:solidFill>
          <a:ln xmlns:a="http://schemas.openxmlformats.org/drawingml/2006/main" cmpd="sng" cap="flat">
            <a:noFill/>
            <a:prstDash val="solid"/>
            <a:round/>
          </a:ln>
        </p:spPr>
      </p:sp>
      <p:sp>
        <p:nvSpPr>
          <p:cNvPr id="31" name="曲线"/>
          <p:cNvSpPr>
            <a:spLocks xmlns:a="http://schemas.openxmlformats.org/drawingml/2006/main"/>
          </p:cNvSpPr>
          <p:nvPr/>
        </p:nvSpPr>
        <p:spPr>
          <a:xfrm xmlns:a="http://schemas.openxmlformats.org/drawingml/2006/main" rot="0">
            <a:off x="10896601" y="0"/>
            <a:ext cx="1295400" cy="6858000"/>
          </a:xfrm>
          <a:custGeom xmlns:a="http://schemas.openxmlformats.org/drawingml/2006/main">
            <a:gdLst>
              <a:gd name="T1" fmla="*/ 0 w 21600"/>
              <a:gd name="T2" fmla="*/ 0 h 21600"/>
              <a:gd name="T3" fmla="*/ 21600 w 21600"/>
              <a:gd name="T4" fmla="*/ 21600 h 21600"/>
            </a:gdLst>
            <a:rect l="T1" t="T2" r="T3" b="T4"/>
            <a:pathLst>
              <a:path w="21600" h="21600">
                <a:moveTo>
                  <a:pt x="21599" y="0"/>
                </a:moveTo>
                <a:lnTo>
                  <a:pt x="17048" y="0"/>
                </a:lnTo>
                <a:lnTo>
                  <a:pt x="0" y="21599"/>
                </a:lnTo>
                <a:lnTo>
                  <a:pt x="21599" y="21599"/>
                </a:lnTo>
                <a:lnTo>
                  <a:pt x="21599" y="0"/>
                </a:lnTo>
                <a:close/>
              </a:path>
            </a:pathLst>
          </a:custGeom>
          <a:solidFill xmlns:a="http://schemas.openxmlformats.org/drawingml/2006/main">
            <a:srgbClr val="2D83C3">
              <a:alpha val="70000"/>
            </a:srgbClr>
          </a:solidFill>
          <a:ln xmlns:a="http://schemas.openxmlformats.org/drawingml/2006/main" cmpd="sng" cap="flat">
            <a:noFill/>
            <a:prstDash val="solid"/>
            <a:round/>
          </a:ln>
        </p:spPr>
      </p:sp>
      <p:sp>
        <p:nvSpPr>
          <p:cNvPr id="30" name="曲线"/>
          <p:cNvSpPr>
            <a:spLocks xmlns:a="http://schemas.openxmlformats.org/drawingml/2006/main"/>
          </p:cNvSpPr>
          <p:nvPr/>
        </p:nvSpPr>
        <p:spPr>
          <a:xfrm xmlns:a="http://schemas.openxmlformats.org/drawingml/2006/main" rot="0">
            <a:off x="10936247" y="0"/>
            <a:ext cx="1256029" cy="6858000"/>
          </a:xfrm>
          <a:custGeom xmlns:a="http://schemas.openxmlformats.org/drawingml/2006/main">
            <a:gdLst>
              <a:gd name="T1" fmla="*/ 0 w 21600"/>
              <a:gd name="T2" fmla="*/ 0 h 21600"/>
              <a:gd name="T3" fmla="*/ 21600 w 21600"/>
              <a:gd name="T4" fmla="*/ 21600 h 21600"/>
            </a:gdLst>
            <a:rect l="T1" t="T2" r="T3" b="T4"/>
            <a:pathLst>
              <a:path w="21600" h="21600">
                <a:moveTo>
                  <a:pt x="21595" y="0"/>
                </a:moveTo>
                <a:lnTo>
                  <a:pt x="0" y="0"/>
                </a:lnTo>
                <a:lnTo>
                  <a:pt x="19166" y="21599"/>
                </a:lnTo>
                <a:lnTo>
                  <a:pt x="21595" y="21599"/>
                </a:lnTo>
                <a:lnTo>
                  <a:pt x="21595" y="0"/>
                </a:lnTo>
                <a:close/>
              </a:path>
            </a:pathLst>
          </a:custGeom>
          <a:solidFill xmlns:a="http://schemas.openxmlformats.org/drawingml/2006/main">
            <a:srgbClr val="226192">
              <a:alpha val="80000"/>
            </a:srgbClr>
          </a:solidFill>
          <a:ln xmlns:a="http://schemas.openxmlformats.org/drawingml/2006/main" cmpd="sng" cap="flat">
            <a:noFill/>
            <a:prstDash val="solid"/>
            <a:round/>
          </a:ln>
        </p:spPr>
      </p:sp>
      <p:sp>
        <p:nvSpPr>
          <p:cNvPr id="29" name="曲线"/>
          <p:cNvSpPr>
            <a:spLocks xmlns:a="http://schemas.openxmlformats.org/drawingml/2006/main"/>
          </p:cNvSpPr>
          <p:nvPr/>
        </p:nvSpPr>
        <p:spPr>
          <a:xfrm xmlns:a="http://schemas.openxmlformats.org/drawingml/2006/main" rot="0">
            <a:off x="10372725" y="3590925"/>
            <a:ext cx="1819275" cy="3267075"/>
          </a:xfrm>
          <a:custGeom xmlns:a="http://schemas.openxmlformats.org/drawingml/2006/main">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xmlns:a="http://schemas.openxmlformats.org/drawingml/2006/main">
            <a:srgbClr val="17AFE3">
              <a:alpha val="65000"/>
            </a:srgbClr>
          </a:solidFill>
          <a:ln xmlns:a="http://schemas.openxmlformats.org/drawingml/2006/main" cmpd="sng" cap="flat">
            <a:noFill/>
            <a:prstDash val="solid"/>
            <a:round/>
          </a:ln>
        </p:spPr>
      </p:sp>
      <p:sp>
        <p:nvSpPr>
          <p:cNvPr id="28" name="曲线"/>
          <p:cNvSpPr>
            <a:spLocks xmlns:a="http://schemas.openxmlformats.org/drawingml/2006/main"/>
          </p:cNvSpPr>
          <p:nvPr/>
        </p:nvSpPr>
        <p:spPr>
          <a:xfrm xmlns:a="http://schemas.openxmlformats.org/drawingml/2006/main" rot="0">
            <a:off x="0" y="4010025"/>
            <a:ext cx="447674" cy="2847975"/>
          </a:xfrm>
          <a:custGeom xmlns:a="http://schemas.openxmlformats.org/drawingml/2006/main">
            <a:gdLst>
              <a:gd name="T1" fmla="*/ 0 w 21600"/>
              <a:gd name="T2" fmla="*/ 0 h 21600"/>
              <a:gd name="T3" fmla="*/ 21600 w 21600"/>
              <a:gd name="T4" fmla="*/ 21600 h 21600"/>
            </a:gdLst>
            <a:rect l="T1" t="T2" r="T3" b="T4"/>
            <a:pathLst>
              <a:path w="21600" h="21600">
                <a:moveTo>
                  <a:pt x="0" y="0"/>
                </a:moveTo>
                <a:lnTo>
                  <a:pt x="0" y="21600"/>
                </a:lnTo>
                <a:lnTo>
                  <a:pt x="21600" y="21600"/>
                </a:lnTo>
                <a:lnTo>
                  <a:pt x="0" y="0"/>
                </a:lnTo>
                <a:close/>
              </a:path>
            </a:pathLst>
          </a:custGeom>
          <a:solidFill xmlns:a="http://schemas.openxmlformats.org/drawingml/2006/main">
            <a:srgbClr val="5FCAEE">
              <a:alpha val="70000"/>
            </a:srgbClr>
          </a:solidFill>
          <a:ln xmlns:a="http://schemas.openxmlformats.org/drawingml/2006/main" cmpd="sng" cap="flat">
            <a:noFill/>
            <a:prstDash val="solid"/>
            <a:round/>
          </a:ln>
        </p:spPr>
      </p:sp>
      <p:sp>
        <p:nvSpPr>
          <p:cNvPr id="23" name="文本框"/>
          <p:cNvSpPr>
            <a:spLocks xmlns:a="http://schemas.openxmlformats.org/drawingml/2006/main" noGrp="1"/>
          </p:cNvSpPr>
          <p:nvPr>
            <p:ph type="title"/>
          </p:nvPr>
        </p:nvSpPr>
        <p:spPr>
          <a:xfrm xmlns:a="http://schemas.openxmlformats.org/drawingml/2006/main" rot="0">
            <a:off x="3195573" y="2067305"/>
            <a:ext cx="5800851" cy="518159"/>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91440" tIns="45720" rIns="91440" bIns="45720" anchor="t" anchorCtr="0">
            <a:prstTxWarp prst="textNoShape"/>
            <a:spAutoFit/>
          </a:bodyPr>
          <a:lstStyle xmlns:a="http://schemas.openxmlformats.org/drawingml/2006/main"/>
          <a:p xmlns:a="http://schemas.openxmlformats.org/drawingml/2006/main">
            <a:pPr algn="l">
              <a:spcBef>
                <a:spcPts val="0"/>
              </a:spcBef>
              <a:spcAft>
                <a:spcPts val="0"/>
              </a:spcAft>
              <a:buNone/>
            </a:pPr>
            <a:endParaRPr lang="zh-CN" altLang="en-US"/>
          </a:p>
        </p:txBody>
      </p:sp>
      <p:sp>
        <p:nvSpPr>
          <p:cNvPr id="24" name="文本框"/>
          <p:cNvSpPr>
            <a:spLocks xmlns:a="http://schemas.openxmlformats.org/drawingml/2006/main" noGrp="1"/>
          </p:cNvSpPr>
          <p:nvPr>
            <p:ph type="body" idx="1"/>
          </p:nvPr>
        </p:nvSpPr>
        <p:spPr>
          <a:xfrm xmlns:a="http://schemas.openxmlformats.org/drawingml/2006/main" rot="0">
            <a:off x="1828800" y="3840480"/>
            <a:ext cx="8534401" cy="1714499"/>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91440" tIns="45720" rIns="91440" bIns="45720" anchor="t" anchorCtr="0">
            <a:prstTxWarp prst="textNoShape"/>
            <a:spAutoFit/>
          </a:bodyPr>
          <a:lstStyle xmlns:a="http://schemas.openxmlformats.org/drawingml/2006/main"/>
          <a:p xmlns:a="http://schemas.openxmlformats.org/drawingml/2006/main">
            <a:pPr algn="l">
              <a:spcBef>
                <a:spcPts val="0"/>
              </a:spcBef>
              <a:spcAft>
                <a:spcPts val="0"/>
              </a:spcAft>
              <a:buNone/>
            </a:pPr>
            <a:endParaRPr lang="zh-CN" altLang="en-US"/>
          </a:p>
        </p:txBody>
      </p:sp>
      <p:sp>
        <p:nvSpPr>
          <p:cNvPr id="25" name="文本框"/>
          <p:cNvSpPr>
            <a:spLocks xmlns:a="http://schemas.openxmlformats.org/drawingml/2006/main" noGrp="1"/>
          </p:cNvSpPr>
          <p:nvPr>
            <p:ph type="ftr"/>
          </p:nvPr>
        </p:nvSpPr>
        <p:spPr>
          <a:xfrm xmlns:a="http://schemas.openxmlformats.org/drawingml/2006/main" rot="0">
            <a:off x="4145279" y="6377940"/>
            <a:ext cx="3901440" cy="342900"/>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algn="ctr">
              <a:spcBef>
                <a:spcPts val="0"/>
              </a:spcBef>
              <a:spcAft>
                <a:spcPts val="0"/>
              </a:spcAft>
              <a:buNone/>
            </a:pPr>
            <a:endParaRPr lang="zh-CN" altLang="en-US"/>
          </a:p>
        </p:txBody>
      </p:sp>
      <p:sp>
        <p:nvSpPr>
          <p:cNvPr id="26" name="文本框"/>
          <p:cNvSpPr>
            <a:spLocks xmlns:a="http://schemas.openxmlformats.org/drawingml/2006/main" noGrp="1"/>
          </p:cNvSpPr>
          <p:nvPr>
            <p:ph type="dt" idx="10"/>
          </p:nvPr>
        </p:nvSpPr>
        <p:spPr>
          <a:xfrm xmlns:a="http://schemas.openxmlformats.org/drawingml/2006/main" rot="0">
            <a:off x="609600" y="6377940"/>
            <a:ext cx="2804160" cy="342900"/>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algn="l">
              <a:spcBef>
                <a:spcPts val="0"/>
              </a:spcBef>
              <a:spcAft>
                <a:spcPts val="0"/>
              </a:spcAft>
              <a:buNone/>
            </a:pPr>
            <a:endParaRPr lang="zh-CN" altLang="en-US"/>
          </a:p>
        </p:txBody>
      </p:sp>
      <p:sp>
        <p:nvSpPr>
          <p:cNvPr id="27" name="文本框"/>
          <p:cNvSpPr>
            <a:spLocks xmlns:a="http://schemas.openxmlformats.org/drawingml/2006/main" noGrp="1"/>
          </p:cNvSpPr>
          <p:nvPr>
            <p:ph type="sldNum"/>
          </p:nvPr>
        </p:nvSpPr>
        <p:spPr>
          <a:xfrm xmlns:a="http://schemas.openxmlformats.org/drawingml/2006/main" rot="0">
            <a:off x="11353418" y="6473336"/>
            <a:ext cx="151129" cy="191770"/>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marL="38100" indent="0" algn="l">
              <a:lnSpc>
                <a:spcPct val="100000"/>
              </a:lnSpc>
              <a:spcBef>
                <a:spcPts val="0"/>
              </a:spcBef>
              <a:spcAft>
                <a:spcPts val="0"/>
              </a:spcAft>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&lt;#&gt;</a:t>
            </a:fld>
            <a:endParaRPr lang="zh-CN" altLang="en-US" sz="1100" b="0" i="0" u="none">
              <a:solidFill>
                <a:srgbClr val="2D936B"/>
              </a:solidFill>
              <a:latin typeface="Trebuchet MS" pitchFamily="0" charset="0"/>
              <a:ea typeface="Trebuchet MS" pitchFamily="0" charset="0"/>
              <a:cs typeface="Trebuchet MS" pitchFamily="0" charset="0"/>
              <a:sym typeface="Trebuchet MS" pitchFamily="0" charset="0"/>
            </a:endParaRPr>
          </a:p>
        </p:txBody>
      </p:sp>
    </p:spTree>
    <p:extLst>
      <p:ext uri="{BB962C8B-B14F-4D97-AF65-F5344CB8AC3E}">
        <p14:creationId xmlns:p14="http://schemas.microsoft.com/office/powerpoint/2010/main" val="2079854264"/>
      </p:ext>
    </p:extLst>
  </p:cSld>
  <p:clrMapOvr>
    <a:masterClrMapping xmlns:a="http://schemas.openxmlformats.org/drawingml/2006/main"/>
  </p:clrMapOvr>
</p:sldLayout>
</file>

<file path=ppt/slideLayouts/slideLayout13.xml><?xml version="1.0" encoding="utf-8"?>
<p:sldLayout xmlns:p="http://schemas.openxmlformats.org/presentationml/2006/main" showMasterSp="0" preserve="1">
  <p:cSld name="自定义版式">
    <p:bg>
      <p:bgPr>
        <a:solidFill xmlns:a="http://schemas.openxmlformats.org/drawingml/2006/main">
          <a:srgbClr val="FFFFFF"/>
        </a:solidFill>
      </p:bgPr>
    </p:bg>
    <p:spTree>
      <p:nvGrpSpPr>
        <p:cNvPr id="1" name=""/>
        <p:cNvGrpSpPr/>
        <p:nvPr/>
      </p:nvGrpSpPr>
      <p:grpSpPr>
        <a:xfrm xmlns:a="http://schemas.openxmlformats.org/drawingml/2006/main">
          <a:off x="0" y="0"/>
          <a:ext cx="0" cy="0"/>
          <a:chOff x="0" y="0"/>
          <a:chExt cx="0" cy="0"/>
        </a:xfrm>
      </p:grpSpPr>
      <p:sp>
        <p:nvSpPr>
          <p:cNvPr id="62" name="曲线"/>
          <p:cNvSpPr>
            <a:spLocks xmlns:a="http://schemas.openxmlformats.org/drawingml/2006/main"/>
          </p:cNvSpPr>
          <p:nvPr/>
        </p:nvSpPr>
        <p:spPr>
          <a:xfrm xmlns:a="http://schemas.openxmlformats.org/drawingml/2006/main" rot="0">
            <a:off x="9377426" y="4825"/>
            <a:ext cx="1218564" cy="6853554"/>
          </a:xfrm>
          <a:custGeom xmlns:a="http://schemas.openxmlformats.org/drawingml/2006/main">
            <a:gdLst>
              <a:gd name="T1" fmla="*/ 0 w 21600"/>
              <a:gd name="T2" fmla="*/ 0 h 21600"/>
              <a:gd name="T3" fmla="*/ 21600 w 21600"/>
              <a:gd name="T4" fmla="*/ 21600 h 21600"/>
            </a:gdLst>
            <a:rect l="T1" t="T2" r="T3" b="T4"/>
            <a:pathLst>
              <a:path w="21600" h="21600">
                <a:moveTo>
                  <a:pt x="0" y="0"/>
                </a:moveTo>
                <a:lnTo>
                  <a:pt x="21596" y="21598"/>
                </a:lnTo>
              </a:path>
            </a:pathLst>
          </a:custGeom>
          <a:noFill xmlns:a="http://schemas.openxmlformats.org/drawingml/2006/main"/>
          <a:ln xmlns:a="http://schemas.openxmlformats.org/drawingml/2006/main" w="9525" cmpd="sng" cap="flat">
            <a:solidFill>
              <a:srgbClr val="5FCAEE"/>
            </a:solidFill>
            <a:prstDash val="solid"/>
            <a:round/>
          </a:ln>
        </p:spPr>
      </p:sp>
      <p:sp>
        <p:nvSpPr>
          <p:cNvPr id="61" name="曲线"/>
          <p:cNvSpPr>
            <a:spLocks xmlns:a="http://schemas.openxmlformats.org/drawingml/2006/main"/>
          </p:cNvSpPr>
          <p:nvPr/>
        </p:nvSpPr>
        <p:spPr>
          <a:xfrm xmlns:a="http://schemas.openxmlformats.org/drawingml/2006/main" rot="0">
            <a:off x="7448612" y="3694896"/>
            <a:ext cx="4743450" cy="3163570"/>
          </a:xfrm>
          <a:custGeom xmlns:a="http://schemas.openxmlformats.org/drawingml/2006/main">
            <a:gdLst>
              <a:gd name="T1" fmla="*/ 0 w 21600"/>
              <a:gd name="T2" fmla="*/ 0 h 21600"/>
              <a:gd name="T3" fmla="*/ 21600 w 21600"/>
              <a:gd name="T4" fmla="*/ 21600 h 21600"/>
            </a:gdLst>
            <a:rect l="T1" t="T2" r="T3" b="T4"/>
            <a:pathLst>
              <a:path w="21600" h="21600">
                <a:moveTo>
                  <a:pt x="21599" y="0"/>
                </a:moveTo>
                <a:lnTo>
                  <a:pt x="0" y="21596"/>
                </a:lnTo>
              </a:path>
            </a:pathLst>
          </a:custGeom>
          <a:noFill xmlns:a="http://schemas.openxmlformats.org/drawingml/2006/main"/>
          <a:ln xmlns:a="http://schemas.openxmlformats.org/drawingml/2006/main" w="9525" cmpd="sng" cap="flat">
            <a:solidFill>
              <a:srgbClr val="5FCAEE"/>
            </a:solidFill>
            <a:prstDash val="solid"/>
            <a:round/>
          </a:ln>
        </p:spPr>
      </p:sp>
      <p:sp>
        <p:nvSpPr>
          <p:cNvPr id="60" name="曲线"/>
          <p:cNvSpPr>
            <a:spLocks xmlns:a="http://schemas.openxmlformats.org/drawingml/2006/main"/>
          </p:cNvSpPr>
          <p:nvPr/>
        </p:nvSpPr>
        <p:spPr>
          <a:xfrm xmlns:a="http://schemas.openxmlformats.org/drawingml/2006/main" rot="0">
            <a:off x="9182100" y="0"/>
            <a:ext cx="3009899" cy="6858000"/>
          </a:xfrm>
          <a:custGeom xmlns:a="http://schemas.openxmlformats.org/drawingml/2006/main">
            <a:gdLst>
              <a:gd name="T1" fmla="*/ 0 w 21600"/>
              <a:gd name="T2" fmla="*/ 0 h 21600"/>
              <a:gd name="T3" fmla="*/ 21600 w 21600"/>
              <a:gd name="T4" fmla="*/ 21600 h 21600"/>
            </a:gdLst>
            <a:rect l="T1" t="T2" r="T3" b="T4"/>
            <a:pathLst>
              <a:path w="21600" h="21600">
                <a:moveTo>
                  <a:pt x="21599" y="0"/>
                </a:moveTo>
                <a:lnTo>
                  <a:pt x="14671" y="0"/>
                </a:lnTo>
                <a:lnTo>
                  <a:pt x="0" y="21599"/>
                </a:lnTo>
                <a:lnTo>
                  <a:pt x="21599" y="21599"/>
                </a:lnTo>
                <a:lnTo>
                  <a:pt x="21599" y="0"/>
                </a:lnTo>
                <a:close/>
              </a:path>
            </a:pathLst>
          </a:custGeom>
          <a:solidFill xmlns:a="http://schemas.openxmlformats.org/drawingml/2006/main">
            <a:srgbClr val="5FCAEE">
              <a:alpha val="36000"/>
            </a:srgbClr>
          </a:solidFill>
          <a:ln xmlns:a="http://schemas.openxmlformats.org/drawingml/2006/main" cmpd="sng" cap="flat">
            <a:noFill/>
            <a:prstDash val="solid"/>
            <a:round/>
          </a:ln>
        </p:spPr>
      </p:sp>
      <p:sp>
        <p:nvSpPr>
          <p:cNvPr id="59" name="曲线"/>
          <p:cNvSpPr>
            <a:spLocks xmlns:a="http://schemas.openxmlformats.org/drawingml/2006/main"/>
          </p:cNvSpPr>
          <p:nvPr/>
        </p:nvSpPr>
        <p:spPr>
          <a:xfrm xmlns:a="http://schemas.openxmlformats.org/drawingml/2006/main" rot="0">
            <a:off x="9602878" y="0"/>
            <a:ext cx="2589529" cy="6858000"/>
          </a:xfrm>
          <a:custGeom xmlns:a="http://schemas.openxmlformats.org/drawingml/2006/main">
            <a:gdLst>
              <a:gd name="T1" fmla="*/ 0 w 21600"/>
              <a:gd name="T2" fmla="*/ 0 h 21600"/>
              <a:gd name="T3" fmla="*/ 21600 w 21600"/>
              <a:gd name="T4" fmla="*/ 21600 h 21600"/>
            </a:gdLst>
            <a:rect l="T1" t="T2" r="T3" b="T4"/>
            <a:pathLst>
              <a:path w="21600" h="21600">
                <a:moveTo>
                  <a:pt x="21596" y="0"/>
                </a:moveTo>
                <a:lnTo>
                  <a:pt x="0" y="0"/>
                </a:lnTo>
                <a:lnTo>
                  <a:pt x="10083" y="21599"/>
                </a:lnTo>
                <a:lnTo>
                  <a:pt x="21596" y="21599"/>
                </a:lnTo>
                <a:lnTo>
                  <a:pt x="21596" y="0"/>
                </a:lnTo>
                <a:close/>
              </a:path>
            </a:pathLst>
          </a:custGeom>
          <a:solidFill xmlns:a="http://schemas.openxmlformats.org/drawingml/2006/main">
            <a:srgbClr val="5FCAEE">
              <a:alpha val="20000"/>
            </a:srgbClr>
          </a:solidFill>
          <a:ln xmlns:a="http://schemas.openxmlformats.org/drawingml/2006/main" cmpd="sng" cap="flat">
            <a:noFill/>
            <a:prstDash val="solid"/>
            <a:round/>
          </a:ln>
        </p:spPr>
      </p:sp>
      <p:sp>
        <p:nvSpPr>
          <p:cNvPr id="58" name="曲线"/>
          <p:cNvSpPr>
            <a:spLocks xmlns:a="http://schemas.openxmlformats.org/drawingml/2006/main"/>
          </p:cNvSpPr>
          <p:nvPr/>
        </p:nvSpPr>
        <p:spPr>
          <a:xfrm xmlns:a="http://schemas.openxmlformats.org/drawingml/2006/main" rot="0">
            <a:off x="8934450" y="3048000"/>
            <a:ext cx="3257550" cy="3810000"/>
          </a:xfrm>
          <a:custGeom xmlns:a="http://schemas.openxmlformats.org/drawingml/2006/main">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xmlns:a="http://schemas.openxmlformats.org/drawingml/2006/main">
            <a:srgbClr val="17AFE3">
              <a:alpha val="65000"/>
            </a:srgbClr>
          </a:solidFill>
          <a:ln xmlns:a="http://schemas.openxmlformats.org/drawingml/2006/main" cmpd="sng" cap="flat">
            <a:noFill/>
            <a:prstDash val="solid"/>
            <a:round/>
          </a:ln>
        </p:spPr>
      </p:sp>
      <p:sp>
        <p:nvSpPr>
          <p:cNvPr id="57" name="曲线"/>
          <p:cNvSpPr>
            <a:spLocks xmlns:a="http://schemas.openxmlformats.org/drawingml/2006/main"/>
          </p:cNvSpPr>
          <p:nvPr/>
        </p:nvSpPr>
        <p:spPr>
          <a:xfrm xmlns:a="http://schemas.openxmlformats.org/drawingml/2006/main" rot="0">
            <a:off x="9337930" y="0"/>
            <a:ext cx="2854324" cy="6858000"/>
          </a:xfrm>
          <a:custGeom xmlns:a="http://schemas.openxmlformats.org/drawingml/2006/main">
            <a:gdLst>
              <a:gd name="T1" fmla="*/ 0 w 21600"/>
              <a:gd name="T2" fmla="*/ 0 h 21600"/>
              <a:gd name="T3" fmla="*/ 21600 w 21600"/>
              <a:gd name="T4" fmla="*/ 21600 h 21600"/>
            </a:gdLst>
            <a:rect l="T1" t="T2" r="T3" b="T4"/>
            <a:pathLst>
              <a:path w="21600" h="21600">
                <a:moveTo>
                  <a:pt x="21598" y="0"/>
                </a:moveTo>
                <a:lnTo>
                  <a:pt x="0" y="0"/>
                </a:lnTo>
                <a:lnTo>
                  <a:pt x="18691" y="21599"/>
                </a:lnTo>
                <a:lnTo>
                  <a:pt x="21598" y="21599"/>
                </a:lnTo>
                <a:lnTo>
                  <a:pt x="21598" y="0"/>
                </a:lnTo>
                <a:close/>
              </a:path>
            </a:pathLst>
          </a:custGeom>
          <a:solidFill xmlns:a="http://schemas.openxmlformats.org/drawingml/2006/main">
            <a:srgbClr val="17AFE3">
              <a:alpha val="50000"/>
            </a:srgbClr>
          </a:solidFill>
          <a:ln xmlns:a="http://schemas.openxmlformats.org/drawingml/2006/main" cmpd="sng" cap="flat">
            <a:noFill/>
            <a:prstDash val="solid"/>
            <a:round/>
          </a:ln>
        </p:spPr>
      </p:sp>
      <p:sp>
        <p:nvSpPr>
          <p:cNvPr id="56" name="曲线"/>
          <p:cNvSpPr>
            <a:spLocks xmlns:a="http://schemas.openxmlformats.org/drawingml/2006/main"/>
          </p:cNvSpPr>
          <p:nvPr/>
        </p:nvSpPr>
        <p:spPr>
          <a:xfrm xmlns:a="http://schemas.openxmlformats.org/drawingml/2006/main" rot="0">
            <a:off x="10896601" y="0"/>
            <a:ext cx="1295400" cy="6858000"/>
          </a:xfrm>
          <a:custGeom xmlns:a="http://schemas.openxmlformats.org/drawingml/2006/main">
            <a:gdLst>
              <a:gd name="T1" fmla="*/ 0 w 21600"/>
              <a:gd name="T2" fmla="*/ 0 h 21600"/>
              <a:gd name="T3" fmla="*/ 21600 w 21600"/>
              <a:gd name="T4" fmla="*/ 21600 h 21600"/>
            </a:gdLst>
            <a:rect l="T1" t="T2" r="T3" b="T4"/>
            <a:pathLst>
              <a:path w="21600" h="21600">
                <a:moveTo>
                  <a:pt x="21599" y="0"/>
                </a:moveTo>
                <a:lnTo>
                  <a:pt x="17048" y="0"/>
                </a:lnTo>
                <a:lnTo>
                  <a:pt x="0" y="21599"/>
                </a:lnTo>
                <a:lnTo>
                  <a:pt x="21599" y="21599"/>
                </a:lnTo>
                <a:lnTo>
                  <a:pt x="21599" y="0"/>
                </a:lnTo>
                <a:close/>
              </a:path>
            </a:pathLst>
          </a:custGeom>
          <a:solidFill xmlns:a="http://schemas.openxmlformats.org/drawingml/2006/main">
            <a:srgbClr val="2D83C3">
              <a:alpha val="70000"/>
            </a:srgbClr>
          </a:solidFill>
          <a:ln xmlns:a="http://schemas.openxmlformats.org/drawingml/2006/main" cmpd="sng" cap="flat">
            <a:noFill/>
            <a:prstDash val="solid"/>
            <a:round/>
          </a:ln>
        </p:spPr>
      </p:sp>
      <p:sp>
        <p:nvSpPr>
          <p:cNvPr id="55" name="曲线"/>
          <p:cNvSpPr>
            <a:spLocks xmlns:a="http://schemas.openxmlformats.org/drawingml/2006/main"/>
          </p:cNvSpPr>
          <p:nvPr/>
        </p:nvSpPr>
        <p:spPr>
          <a:xfrm xmlns:a="http://schemas.openxmlformats.org/drawingml/2006/main" rot="0">
            <a:off x="10936247" y="0"/>
            <a:ext cx="1256029" cy="6858000"/>
          </a:xfrm>
          <a:custGeom xmlns:a="http://schemas.openxmlformats.org/drawingml/2006/main">
            <a:gdLst>
              <a:gd name="T1" fmla="*/ 0 w 21600"/>
              <a:gd name="T2" fmla="*/ 0 h 21600"/>
              <a:gd name="T3" fmla="*/ 21600 w 21600"/>
              <a:gd name="T4" fmla="*/ 21600 h 21600"/>
            </a:gdLst>
            <a:rect l="T1" t="T2" r="T3" b="T4"/>
            <a:pathLst>
              <a:path w="21600" h="21600">
                <a:moveTo>
                  <a:pt x="21595" y="0"/>
                </a:moveTo>
                <a:lnTo>
                  <a:pt x="0" y="0"/>
                </a:lnTo>
                <a:lnTo>
                  <a:pt x="19166" y="21599"/>
                </a:lnTo>
                <a:lnTo>
                  <a:pt x="21595" y="21599"/>
                </a:lnTo>
                <a:lnTo>
                  <a:pt x="21595" y="0"/>
                </a:lnTo>
                <a:close/>
              </a:path>
            </a:pathLst>
          </a:custGeom>
          <a:solidFill xmlns:a="http://schemas.openxmlformats.org/drawingml/2006/main">
            <a:srgbClr val="226192">
              <a:alpha val="80000"/>
            </a:srgbClr>
          </a:solidFill>
          <a:ln xmlns:a="http://schemas.openxmlformats.org/drawingml/2006/main" cmpd="sng" cap="flat">
            <a:noFill/>
            <a:prstDash val="solid"/>
            <a:round/>
          </a:ln>
        </p:spPr>
      </p:sp>
      <p:sp>
        <p:nvSpPr>
          <p:cNvPr id="54" name="曲线"/>
          <p:cNvSpPr>
            <a:spLocks xmlns:a="http://schemas.openxmlformats.org/drawingml/2006/main"/>
          </p:cNvSpPr>
          <p:nvPr/>
        </p:nvSpPr>
        <p:spPr>
          <a:xfrm xmlns:a="http://schemas.openxmlformats.org/drawingml/2006/main" rot="0">
            <a:off x="10372725" y="3590925"/>
            <a:ext cx="1819275" cy="3267075"/>
          </a:xfrm>
          <a:custGeom xmlns:a="http://schemas.openxmlformats.org/drawingml/2006/main">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xmlns:a="http://schemas.openxmlformats.org/drawingml/2006/main">
            <a:srgbClr val="17AFE3">
              <a:alpha val="65000"/>
            </a:srgbClr>
          </a:solidFill>
          <a:ln xmlns:a="http://schemas.openxmlformats.org/drawingml/2006/main" cmpd="sng" cap="flat">
            <a:noFill/>
            <a:prstDash val="solid"/>
            <a:round/>
          </a:ln>
        </p:spPr>
      </p:sp>
      <p:sp>
        <p:nvSpPr>
          <p:cNvPr id="53" name="曲线"/>
          <p:cNvSpPr>
            <a:spLocks xmlns:a="http://schemas.openxmlformats.org/drawingml/2006/main"/>
          </p:cNvSpPr>
          <p:nvPr/>
        </p:nvSpPr>
        <p:spPr>
          <a:xfrm xmlns:a="http://schemas.openxmlformats.org/drawingml/2006/main" rot="0">
            <a:off x="0" y="4010025"/>
            <a:ext cx="447674" cy="2847975"/>
          </a:xfrm>
          <a:custGeom xmlns:a="http://schemas.openxmlformats.org/drawingml/2006/main">
            <a:gdLst>
              <a:gd name="T1" fmla="*/ 0 w 21600"/>
              <a:gd name="T2" fmla="*/ 0 h 21600"/>
              <a:gd name="T3" fmla="*/ 21600 w 21600"/>
              <a:gd name="T4" fmla="*/ 21600 h 21600"/>
            </a:gdLst>
            <a:rect l="T1" t="T2" r="T3" b="T4"/>
            <a:pathLst>
              <a:path w="21600" h="21600">
                <a:moveTo>
                  <a:pt x="0" y="0"/>
                </a:moveTo>
                <a:lnTo>
                  <a:pt x="0" y="21600"/>
                </a:lnTo>
                <a:lnTo>
                  <a:pt x="21600" y="21600"/>
                </a:lnTo>
                <a:lnTo>
                  <a:pt x="0" y="0"/>
                </a:lnTo>
                <a:close/>
              </a:path>
            </a:pathLst>
          </a:custGeom>
          <a:solidFill xmlns:a="http://schemas.openxmlformats.org/drawingml/2006/main">
            <a:srgbClr val="5FCAEE">
              <a:alpha val="70000"/>
            </a:srgbClr>
          </a:solidFill>
          <a:ln xmlns:a="http://schemas.openxmlformats.org/drawingml/2006/main" cmpd="sng" cap="flat">
            <a:noFill/>
            <a:prstDash val="solid"/>
            <a:round/>
          </a:ln>
        </p:spPr>
      </p:sp>
      <p:sp>
        <p:nvSpPr>
          <p:cNvPr id="49" name="文本框"/>
          <p:cNvSpPr>
            <a:spLocks xmlns:a="http://schemas.openxmlformats.org/drawingml/2006/main" noGrp="1"/>
          </p:cNvSpPr>
          <p:nvPr>
            <p:ph type="title"/>
          </p:nvPr>
        </p:nvSpPr>
        <p:spPr>
          <a:xfrm xmlns:a="http://schemas.openxmlformats.org/drawingml/2006/main" rot="0">
            <a:off x="755332" y="385444"/>
            <a:ext cx="10681335" cy="758190"/>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algn="l">
              <a:spcBef>
                <a:spcPts val="0"/>
              </a:spcBef>
              <a:spcAft>
                <a:spcPts val="0"/>
              </a:spcAft>
              <a:buNone/>
            </a:pPr>
            <a:endParaRPr lang="zh-CN" altLang="en-US"/>
          </a:p>
        </p:txBody>
      </p:sp>
      <p:sp>
        <p:nvSpPr>
          <p:cNvPr id="50" name="文本框"/>
          <p:cNvSpPr>
            <a:spLocks xmlns:a="http://schemas.openxmlformats.org/drawingml/2006/main" noGrp="1"/>
          </p:cNvSpPr>
          <p:nvPr>
            <p:ph type="ftr"/>
          </p:nvPr>
        </p:nvSpPr>
        <p:spPr>
          <a:xfrm xmlns:a="http://schemas.openxmlformats.org/drawingml/2006/main" rot="0">
            <a:off x="4145279" y="6377940"/>
            <a:ext cx="3901440" cy="342900"/>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algn="ctr">
              <a:spcBef>
                <a:spcPts val="0"/>
              </a:spcBef>
              <a:spcAft>
                <a:spcPts val="0"/>
              </a:spcAft>
              <a:buNone/>
            </a:pPr>
            <a:endParaRPr lang="zh-CN" altLang="en-US"/>
          </a:p>
        </p:txBody>
      </p:sp>
      <p:sp>
        <p:nvSpPr>
          <p:cNvPr id="51" name="文本框"/>
          <p:cNvSpPr>
            <a:spLocks xmlns:a="http://schemas.openxmlformats.org/drawingml/2006/main" noGrp="1"/>
          </p:cNvSpPr>
          <p:nvPr>
            <p:ph type="dt" idx="10"/>
          </p:nvPr>
        </p:nvSpPr>
        <p:spPr>
          <a:xfrm xmlns:a="http://schemas.openxmlformats.org/drawingml/2006/main" rot="0">
            <a:off x="609600" y="6377940"/>
            <a:ext cx="2804160" cy="342900"/>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algn="l">
              <a:spcBef>
                <a:spcPts val="0"/>
              </a:spcBef>
              <a:spcAft>
                <a:spcPts val="0"/>
              </a:spcAft>
              <a:buNone/>
            </a:pPr>
            <a:endParaRPr lang="zh-CN" altLang="en-US"/>
          </a:p>
        </p:txBody>
      </p:sp>
      <p:sp>
        <p:nvSpPr>
          <p:cNvPr id="52" name="文本框"/>
          <p:cNvSpPr>
            <a:spLocks xmlns:a="http://schemas.openxmlformats.org/drawingml/2006/main" noGrp="1"/>
          </p:cNvSpPr>
          <p:nvPr>
            <p:ph type="sldNum"/>
          </p:nvPr>
        </p:nvSpPr>
        <p:spPr>
          <a:xfrm xmlns:a="http://schemas.openxmlformats.org/drawingml/2006/main" rot="0">
            <a:off x="11353418" y="6473336"/>
            <a:ext cx="151129" cy="191770"/>
          </a:xfrm>
          <a:prstGeom xmlns:a="http://schemas.openxmlformats.org/drawingml/2006/main" prst="rect"/>
          <a:noFill xmlns:a="http://schemas.openxmlformats.org/drawingml/2006/main"/>
          <a:ln xmlns:a="http://schemas.openxmlformats.org/drawingml/2006/main" w="12700" cmpd="sng" cap="flat">
            <a:noFill/>
            <a:prstDash val="solid"/>
            <a:round/>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marL="38100" indent="0" algn="l">
              <a:lnSpc>
                <a:spcPct val="100000"/>
              </a:lnSpc>
              <a:spcBef>
                <a:spcPts val="0"/>
              </a:spcBef>
              <a:spcAft>
                <a:spcPts val="0"/>
              </a:spcAft>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&lt;#&gt;</a:t>
            </a:fld>
            <a:endParaRPr lang="zh-CN" altLang="en-US" sz="1100" b="0" i="0" u="none">
              <a:solidFill>
                <a:srgbClr val="2D936B"/>
              </a:solidFill>
              <a:latin typeface="Trebuchet MS" pitchFamily="0" charset="0"/>
              <a:ea typeface="Trebuchet MS" pitchFamily="0" charset="0"/>
              <a:cs typeface="Trebuchet MS" pitchFamily="0" charset="0"/>
              <a:sym typeface="Trebuchet MS" pitchFamily="0" charset="0"/>
            </a:endParaRPr>
          </a:p>
        </p:txBody>
      </p:sp>
    </p:spTree>
    <p:extLst>
      <p:ext uri="{BB962C8B-B14F-4D97-AF65-F5344CB8AC3E}">
        <p14:creationId xmlns:p14="http://schemas.microsoft.com/office/powerpoint/2010/main" val="560183992"/>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 name="曲线"/>
          <p:cNvSpPr>
            <a:spLocks/>
          </p:cNvSpPr>
          <p:nvPr/>
        </p:nvSpPr>
        <p:spPr>
          <a:xfrm rot="0">
            <a:off x="9377426" y="4825"/>
            <a:ext cx="1218564" cy="6853554"/>
          </a:xfrm>
          <a:custGeom>
            <a:gdLst>
              <a:gd name="T1" fmla="*/ 0 w 21600"/>
              <a:gd name="T2" fmla="*/ 0 h 21600"/>
              <a:gd name="T3" fmla="*/ 21600 w 21600"/>
              <a:gd name="T4" fmla="*/ 21600 h 21600"/>
            </a:gdLst>
            <a:rect l="T1" t="T2" r="T3" b="T4"/>
            <a:pathLst>
              <a:path w="21600" h="21600">
                <a:moveTo>
                  <a:pt x="0" y="0"/>
                </a:moveTo>
                <a:lnTo>
                  <a:pt x="21596" y="21598"/>
                </a:lnTo>
              </a:path>
            </a:pathLst>
          </a:custGeom>
          <a:noFill/>
          <a:ln w="9525" cmpd="sng" cap="flat">
            <a:solidFill>
              <a:srgbClr val="5FCAEE"/>
            </a:solidFill>
            <a:prstDash val="solid"/>
            <a:round/>
          </a:ln>
        </p:spPr>
      </p:sp>
      <p:sp>
        <p:nvSpPr>
          <p:cNvPr id="3" name="曲线"/>
          <p:cNvSpPr>
            <a:spLocks/>
          </p:cNvSpPr>
          <p:nvPr/>
        </p:nvSpPr>
        <p:spPr>
          <a:xfrm rot="0">
            <a:off x="7448612" y="3694896"/>
            <a:ext cx="4743450" cy="3163570"/>
          </a:xfrm>
          <a:custGeom>
            <a:gdLst>
              <a:gd name="T1" fmla="*/ 0 w 21600"/>
              <a:gd name="T2" fmla="*/ 0 h 21600"/>
              <a:gd name="T3" fmla="*/ 21600 w 21600"/>
              <a:gd name="T4" fmla="*/ 21600 h 21600"/>
            </a:gdLst>
            <a:rect l="T1" t="T2" r="T3" b="T4"/>
            <a:pathLst>
              <a:path w="21600" h="21600">
                <a:moveTo>
                  <a:pt x="21599" y="0"/>
                </a:moveTo>
                <a:lnTo>
                  <a:pt x="0" y="21596"/>
                </a:lnTo>
              </a:path>
            </a:pathLst>
          </a:custGeom>
          <a:noFill/>
          <a:ln w="9525" cmpd="sng" cap="flat">
            <a:solidFill>
              <a:srgbClr val="5FCAEE"/>
            </a:solidFill>
            <a:prstDash val="solid"/>
            <a:round/>
          </a:ln>
        </p:spPr>
      </p:sp>
      <p:sp>
        <p:nvSpPr>
          <p:cNvPr id="4" name="曲线"/>
          <p:cNvSpPr>
            <a:spLocks/>
          </p:cNvSpPr>
          <p:nvPr/>
        </p:nvSpPr>
        <p:spPr>
          <a:xfrm rot="0">
            <a:off x="9182100" y="0"/>
            <a:ext cx="3009899" cy="6858000"/>
          </a:xfrm>
          <a:custGeom>
            <a:gdLst>
              <a:gd name="T1" fmla="*/ 0 w 21600"/>
              <a:gd name="T2" fmla="*/ 0 h 21600"/>
              <a:gd name="T3" fmla="*/ 21600 w 21600"/>
              <a:gd name="T4" fmla="*/ 21600 h 21600"/>
            </a:gd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mpd="sng" cap="flat">
            <a:noFill/>
            <a:prstDash val="solid"/>
            <a:round/>
          </a:ln>
        </p:spPr>
      </p:sp>
      <p:sp>
        <p:nvSpPr>
          <p:cNvPr id="5" name="曲线"/>
          <p:cNvSpPr>
            <a:spLocks/>
          </p:cNvSpPr>
          <p:nvPr/>
        </p:nvSpPr>
        <p:spPr>
          <a:xfrm rot="0">
            <a:off x="9602878" y="0"/>
            <a:ext cx="2589529" cy="6858000"/>
          </a:xfrm>
          <a:custGeom>
            <a:gdLst>
              <a:gd name="T1" fmla="*/ 0 w 21600"/>
              <a:gd name="T2" fmla="*/ 0 h 21600"/>
              <a:gd name="T3" fmla="*/ 21600 w 21600"/>
              <a:gd name="T4" fmla="*/ 21600 h 21600"/>
            </a:gd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mpd="sng" cap="flat">
            <a:noFill/>
            <a:prstDash val="solid"/>
            <a:round/>
          </a:ln>
        </p:spPr>
      </p:sp>
      <p:sp>
        <p:nvSpPr>
          <p:cNvPr id="6" name="曲线"/>
          <p:cNvSpPr>
            <a:spLocks/>
          </p:cNvSpPr>
          <p:nvPr/>
        </p:nvSpPr>
        <p:spPr>
          <a:xfrm rot="0">
            <a:off x="8934450" y="3048000"/>
            <a:ext cx="3257550" cy="3810000"/>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5000"/>
            </a:srgbClr>
          </a:solidFill>
          <a:ln cmpd="sng" cap="flat">
            <a:noFill/>
            <a:prstDash val="solid"/>
            <a:round/>
          </a:ln>
        </p:spPr>
      </p:sp>
      <p:sp>
        <p:nvSpPr>
          <p:cNvPr id="7" name="曲线"/>
          <p:cNvSpPr>
            <a:spLocks/>
          </p:cNvSpPr>
          <p:nvPr/>
        </p:nvSpPr>
        <p:spPr>
          <a:xfrm rot="0">
            <a:off x="9337930" y="0"/>
            <a:ext cx="2854324" cy="6858000"/>
          </a:xfrm>
          <a:custGeom>
            <a:gdLst>
              <a:gd name="T1" fmla="*/ 0 w 21600"/>
              <a:gd name="T2" fmla="*/ 0 h 21600"/>
              <a:gd name="T3" fmla="*/ 21600 w 21600"/>
              <a:gd name="T4" fmla="*/ 21600 h 21600"/>
            </a:gdLst>
            <a:rect l="T1" t="T2" r="T3" b="T4"/>
            <a:pathLst>
              <a:path w="21600" h="21600">
                <a:moveTo>
                  <a:pt x="21598" y="0"/>
                </a:moveTo>
                <a:lnTo>
                  <a:pt x="0" y="0"/>
                </a:lnTo>
                <a:lnTo>
                  <a:pt x="18691" y="21599"/>
                </a:lnTo>
                <a:lnTo>
                  <a:pt x="21598" y="21599"/>
                </a:lnTo>
                <a:lnTo>
                  <a:pt x="21598" y="0"/>
                </a:lnTo>
                <a:close/>
              </a:path>
            </a:pathLst>
          </a:custGeom>
          <a:solidFill>
            <a:srgbClr val="17AFE3">
              <a:alpha val="50000"/>
            </a:srgbClr>
          </a:solidFill>
          <a:ln cmpd="sng" cap="flat">
            <a:noFill/>
            <a:prstDash val="solid"/>
            <a:round/>
          </a:ln>
        </p:spPr>
      </p:sp>
      <p:sp>
        <p:nvSpPr>
          <p:cNvPr id="8" name="曲线"/>
          <p:cNvSpPr>
            <a:spLocks/>
          </p:cNvSpPr>
          <p:nvPr/>
        </p:nvSpPr>
        <p:spPr>
          <a:xfrm rot="0">
            <a:off x="10896601" y="0"/>
            <a:ext cx="1295400" cy="6858000"/>
          </a:xfrm>
          <a:custGeom>
            <a:gdLst>
              <a:gd name="T1" fmla="*/ 0 w 21600"/>
              <a:gd name="T2" fmla="*/ 0 h 21600"/>
              <a:gd name="T3" fmla="*/ 21600 w 21600"/>
              <a:gd name="T4" fmla="*/ 21600 h 21600"/>
            </a:gdLst>
            <a:rect l="T1" t="T2" r="T3" b="T4"/>
            <a:pathLst>
              <a:path w="21600" h="21600">
                <a:moveTo>
                  <a:pt x="21599" y="0"/>
                </a:moveTo>
                <a:lnTo>
                  <a:pt x="17048" y="0"/>
                </a:lnTo>
                <a:lnTo>
                  <a:pt x="0" y="21599"/>
                </a:lnTo>
                <a:lnTo>
                  <a:pt x="21599" y="21599"/>
                </a:lnTo>
                <a:lnTo>
                  <a:pt x="21599" y="0"/>
                </a:lnTo>
                <a:close/>
              </a:path>
            </a:pathLst>
          </a:custGeom>
          <a:solidFill>
            <a:srgbClr val="2D83C3">
              <a:alpha val="70000"/>
            </a:srgbClr>
          </a:solidFill>
          <a:ln cmpd="sng" cap="flat">
            <a:noFill/>
            <a:prstDash val="solid"/>
            <a:round/>
          </a:ln>
        </p:spPr>
      </p:sp>
      <p:sp>
        <p:nvSpPr>
          <p:cNvPr id="9" name="曲线"/>
          <p:cNvSpPr>
            <a:spLocks/>
          </p:cNvSpPr>
          <p:nvPr/>
        </p:nvSpPr>
        <p:spPr>
          <a:xfrm rot="0">
            <a:off x="10936247" y="0"/>
            <a:ext cx="1256029" cy="6858000"/>
          </a:xfrm>
          <a:custGeom>
            <a:gdLst>
              <a:gd name="T1" fmla="*/ 0 w 21600"/>
              <a:gd name="T2" fmla="*/ 0 h 21600"/>
              <a:gd name="T3" fmla="*/ 21600 w 21600"/>
              <a:gd name="T4" fmla="*/ 21600 h 21600"/>
            </a:gdLst>
            <a:rect l="T1" t="T2" r="T3" b="T4"/>
            <a:pathLst>
              <a:path w="21600" h="21600">
                <a:moveTo>
                  <a:pt x="21595" y="0"/>
                </a:moveTo>
                <a:lnTo>
                  <a:pt x="0" y="0"/>
                </a:lnTo>
                <a:lnTo>
                  <a:pt x="19166" y="21599"/>
                </a:lnTo>
                <a:lnTo>
                  <a:pt x="21595" y="21599"/>
                </a:lnTo>
                <a:lnTo>
                  <a:pt x="21595" y="0"/>
                </a:lnTo>
                <a:close/>
              </a:path>
            </a:pathLst>
          </a:custGeom>
          <a:solidFill>
            <a:srgbClr val="226192">
              <a:alpha val="80000"/>
            </a:srgbClr>
          </a:solidFill>
          <a:ln cmpd="sng" cap="flat">
            <a:noFill/>
            <a:prstDash val="solid"/>
            <a:round/>
          </a:ln>
        </p:spPr>
      </p:sp>
      <p:sp>
        <p:nvSpPr>
          <p:cNvPr id="10" name="曲线"/>
          <p:cNvSpPr>
            <a:spLocks/>
          </p:cNvSpPr>
          <p:nvPr/>
        </p:nvSpPr>
        <p:spPr>
          <a:xfrm rot="0">
            <a:off x="10372725" y="3590925"/>
            <a:ext cx="1819275" cy="3267075"/>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5000"/>
            </a:srgbClr>
          </a:solidFill>
          <a:ln cmpd="sng" cap="flat">
            <a:noFill/>
            <a:prstDash val="solid"/>
            <a:round/>
          </a:ln>
        </p:spPr>
      </p:sp>
      <p:sp>
        <p:nvSpPr>
          <p:cNvPr id="11" name="曲线"/>
          <p:cNvSpPr>
            <a:spLocks/>
          </p:cNvSpPr>
          <p:nvPr/>
        </p:nvSpPr>
        <p:spPr>
          <a:xfrm rot="0">
            <a:off x="0" y="4010025"/>
            <a:ext cx="447674" cy="2847975"/>
          </a:xfrm>
          <a:custGeom>
            <a:gdLst>
              <a:gd name="T1" fmla="*/ 0 w 21600"/>
              <a:gd name="T2" fmla="*/ 0 h 21600"/>
              <a:gd name="T3" fmla="*/ 21600 w 21600"/>
              <a:gd name="T4" fmla="*/ 21600 h 21600"/>
            </a:gdLst>
            <a:rect l="T1" t="T2" r="T3" b="T4"/>
            <a:pathLst>
              <a:path w="21600" h="21600">
                <a:moveTo>
                  <a:pt x="0" y="0"/>
                </a:moveTo>
                <a:lnTo>
                  <a:pt x="0" y="21600"/>
                </a:lnTo>
                <a:lnTo>
                  <a:pt x="21600" y="21600"/>
                </a:lnTo>
                <a:lnTo>
                  <a:pt x="0" y="0"/>
                </a:lnTo>
                <a:close/>
              </a:path>
            </a:pathLst>
          </a:custGeom>
          <a:solidFill>
            <a:srgbClr val="5FCAEE">
              <a:alpha val="70000"/>
            </a:srgbClr>
          </a:solidFill>
          <a:ln cmpd="sng" cap="flat">
            <a:noFill/>
            <a:prstDash val="solid"/>
            <a:round/>
          </a:ln>
        </p:spPr>
      </p:sp>
      <p:sp>
        <p:nvSpPr>
          <p:cNvPr id="12" name="文本框"/>
          <p:cNvSpPr>
            <a:spLocks noGrp="1"/>
          </p:cNvSpPr>
          <p:nvPr>
            <p:ph type="title"/>
          </p:nvPr>
        </p:nvSpPr>
        <p:spPr>
          <a:xfrm rot="0">
            <a:off x="755332" y="385444"/>
            <a:ext cx="10681335" cy="758190"/>
          </a:xfrm>
          <a:prstGeom prst="rect"/>
          <a:noFill/>
          <a:ln w="12700" cmpd="sng" cap="flat">
            <a:noFill/>
            <a:prstDash val="solid"/>
            <a:round/>
          </a:ln>
        </p:spPr>
        <p:txBody>
          <a:bodyPr vert="horz" wrap="square" lIns="0" tIns="0" rIns="0" bIns="0" anchor="t" anchorCtr="0">
            <a:prstTxWarp prst="textNoShape"/>
            <a:spAutoFit/>
          </a:bodyPr>
          <a:lstStyle/>
          <a:p>
            <a:pPr algn="l">
              <a:spcBef>
                <a:spcPts val="0"/>
              </a:spcBef>
              <a:spcAft>
                <a:spcPts val="0"/>
              </a:spcAft>
              <a:buNone/>
            </a:pPr>
            <a:endParaRPr lang="zh-CN" altLang="en-US"/>
          </a:p>
        </p:txBody>
      </p:sp>
      <p:sp>
        <p:nvSpPr>
          <p:cNvPr id="13" name="文本框"/>
          <p:cNvSpPr>
            <a:spLocks noGrp="1"/>
          </p:cNvSpPr>
          <p:nvPr>
            <p:ph type="body" idx="1"/>
          </p:nvPr>
        </p:nvSpPr>
        <p:spPr>
          <a:xfrm rot="0">
            <a:off x="609600" y="1577340"/>
            <a:ext cx="10972800" cy="4526279"/>
          </a:xfrm>
          <a:prstGeom prst="rect"/>
          <a:noFill/>
          <a:ln w="12700" cmpd="sng" cap="flat">
            <a:noFill/>
            <a:prstDash val="solid"/>
            <a:round/>
          </a:ln>
        </p:spPr>
        <p:txBody>
          <a:bodyPr vert="horz" wrap="square" lIns="0" tIns="0" rIns="0" bIns="0" anchor="t" anchorCtr="0">
            <a:prstTxWarp prst="textNoShape"/>
            <a:spAutoFit/>
          </a:bodyPr>
          <a:lstStyle/>
          <a:p>
            <a:pPr marL="457200" indent="-228600" algn="l">
              <a:spcBef>
                <a:spcPts val="0"/>
              </a:spcBef>
              <a:spcAft>
                <a:spcPts val="0"/>
              </a:spcAft>
              <a:buNone/>
            </a:pPr>
            <a:endParaRPr lang="zh-CN" altLang="en-US"/>
          </a:p>
        </p:txBody>
      </p:sp>
      <p:sp>
        <p:nvSpPr>
          <p:cNvPr id="14" name="文本框"/>
          <p:cNvSpPr>
            <a:spLocks noGrp="1"/>
          </p:cNvSpPr>
          <p:nvPr>
            <p:ph type="ftr"/>
          </p:nvPr>
        </p:nvSpPr>
        <p:spPr>
          <a:xfrm rot="0">
            <a:off x="4145279" y="6377940"/>
            <a:ext cx="3901440" cy="342900"/>
          </a:xfrm>
          <a:prstGeom prst="rect"/>
          <a:noFill/>
          <a:ln w="12700" cmpd="sng" cap="flat">
            <a:noFill/>
            <a:prstDash val="solid"/>
            <a:round/>
          </a:ln>
        </p:spPr>
        <p:txBody>
          <a:bodyPr vert="horz" wrap="square" lIns="0" tIns="0" rIns="0" bIns="0" anchor="t" anchorCtr="0">
            <a:prstTxWarp prst="textNoShape"/>
            <a:spAutoFit/>
          </a:bodyPr>
          <a:lstStyle/>
          <a:p>
            <a:pPr algn="ctr">
              <a:spcBef>
                <a:spcPts val="0"/>
              </a:spcBef>
              <a:spcAft>
                <a:spcPts val="0"/>
              </a:spcAft>
              <a:buNone/>
            </a:pPr>
            <a:endParaRPr lang="zh-CN" altLang="en-US"/>
          </a:p>
        </p:txBody>
      </p:sp>
      <p:sp>
        <p:nvSpPr>
          <p:cNvPr id="15" name="文本框"/>
          <p:cNvSpPr>
            <a:spLocks noGrp="1"/>
          </p:cNvSpPr>
          <p:nvPr>
            <p:ph type="dt" idx="10"/>
          </p:nvPr>
        </p:nvSpPr>
        <p:spPr>
          <a:xfrm rot="0">
            <a:off x="609600" y="6377940"/>
            <a:ext cx="2804160" cy="342900"/>
          </a:xfrm>
          <a:prstGeom prst="rect"/>
          <a:noFill/>
          <a:ln w="12700" cmpd="sng" cap="flat">
            <a:noFill/>
            <a:prstDash val="solid"/>
            <a:round/>
          </a:ln>
        </p:spPr>
        <p:txBody>
          <a:bodyPr vert="horz" wrap="square" lIns="0" tIns="0" rIns="0" bIns="0" anchor="t" anchorCtr="0">
            <a:prstTxWarp prst="textNoShape"/>
            <a:spAutoFit/>
          </a:bodyPr>
          <a:lstStyle/>
          <a:p>
            <a:pPr algn="l">
              <a:spcBef>
                <a:spcPts val="0"/>
              </a:spcBef>
              <a:spcAft>
                <a:spcPts val="0"/>
              </a:spcAft>
              <a:buNone/>
            </a:pPr>
            <a:endParaRPr lang="zh-CN" altLang="en-US"/>
          </a:p>
        </p:txBody>
      </p:sp>
      <p:sp>
        <p:nvSpPr>
          <p:cNvPr id="16" name="文本框"/>
          <p:cNvSpPr>
            <a:spLocks noGrp="1"/>
          </p:cNvSpPr>
          <p:nvPr>
            <p:ph type="sldNum"/>
          </p:nvPr>
        </p:nvSpPr>
        <p:spPr>
          <a:xfrm rot="0">
            <a:off x="11353418" y="6473336"/>
            <a:ext cx="151129" cy="191770"/>
          </a:xfrm>
          <a:prstGeom prst="rect"/>
          <a:noFill/>
          <a:ln w="12700" cmpd="sng" cap="flat">
            <a:noFill/>
            <a:prstDash val="solid"/>
            <a:round/>
          </a:ln>
        </p:spPr>
        <p:txBody>
          <a:bodyPr vert="horz" wrap="square" lIns="0" tIns="0" rIns="0" bIns="0" anchor="t" anchorCtr="0">
            <a:prstTxWarp prst="textNoShape"/>
            <a:spAutoFit/>
          </a:bodyPr>
          <a:lstStyle/>
          <a:p>
            <a:pPr marL="38100" indent="0" algn="l">
              <a:lnSpc>
                <a:spcPct val="100000"/>
              </a:lnSpc>
              <a:spcBef>
                <a:spcPts val="0"/>
              </a:spcBef>
              <a:spcAft>
                <a:spcPts val="0"/>
              </a:spcAft>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&lt;#&gt;</a:t>
            </a:fld>
            <a:endParaRPr lang="zh-CN" altLang="en-US" sz="1100" b="0" i="0" u="none">
              <a:solidFill>
                <a:srgbClr val="2D936B"/>
              </a:solidFill>
              <a:latin typeface="Trebuchet MS" pitchFamily="0" charset="0"/>
              <a:ea typeface="Trebuchet MS" pitchFamily="0" charset="0"/>
              <a:cs typeface="Trebuchet MS" pitchFamily="0" charset="0"/>
              <a:sym typeface="Trebuchet MS" pitchFamily="0" charset="0"/>
            </a:endParaRPr>
          </a:p>
        </p:txBody>
      </p:sp>
    </p:spTree>
    <p:extLst>
      <p:ext uri="{BB962C8B-B14F-4D97-AF65-F5344CB8AC3E}">
        <p14:creationId xmlns:p14="http://schemas.microsoft.com/office/powerpoint/2010/main" val="1967697821"/>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lvl1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1pPr>
    </p:titleStyle>
    <p:bodyStyle>
      <a:lvl1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1pPr>
      <a:lvl2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2pPr>
      <a:lvl3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3pPr>
      <a:lvl4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4pPr>
      <a:lvl5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5pPr>
      <a:lvl6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6pPr>
      <a:lvl7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7pPr>
      <a:lvl8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8pPr>
      <a:lvl9pPr algn="l" defTabSz="914400" fontAlgn="auto" hangingPunct="1">
        <a:lnSpc>
          <a:spcPct val="100000"/>
        </a:lnSpc>
        <a:spcBef>
          <a:spcPts val="0"/>
        </a:spcBef>
        <a:spcAft>
          <a:spcPts val="0"/>
        </a:spcAft>
        <a:buNone/>
        <a:defRPr sz="1400" b="0" i="0" u="none" strike="noStrike" cap="none">
          <a:solidFill>
            <a:srgbClr val="000000"/>
          </a:solidFill>
          <a:latin typeface="Arial" pitchFamily="0" charset="0"/>
          <a:ea typeface="Arial" pitchFamily="0" charset="0"/>
          <a:cs typeface="Arial"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png"/><Relationship Id="rId3" Type="http://schemas.openxmlformats.org/officeDocument/2006/relationships/slideLayout" Target="../slideLayouts/slideLayout1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3.png"/><Relationship Id="rId2" Type="http://schemas.openxmlformats.org/officeDocument/2006/relationships/image" Target="../media/2.png"/><Relationship Id="rId3" Type="http://schemas.openxmlformats.org/officeDocument/2006/relationships/image" Target="../media/4.jpeg"/><Relationship Id="rId4" Type="http://schemas.openxmlformats.org/officeDocument/2006/relationships/slideLayout" Target="../slideLayouts/slideLayout1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5.png"/><Relationship Id="rId2" Type="http://schemas.openxmlformats.org/officeDocument/2006/relationships/image" Target="../media/1.png"/><Relationship Id="rId3" Type="http://schemas.openxmlformats.org/officeDocument/2006/relationships/slideLayout" Target="../slideLayouts/slideLayout1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6.png"/><Relationship Id="rId2" Type="http://schemas.openxmlformats.org/officeDocument/2006/relationships/image" Target="../media/1.png"/><Relationship Id="rId3" Type="http://schemas.openxmlformats.org/officeDocument/2006/relationships/slideLayout" Target="../slideLayouts/slideLayout1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7.png"/><Relationship Id="rId2" Type="http://schemas.openxmlformats.org/officeDocument/2006/relationships/slideLayout" Target="../slideLayouts/slideLayout1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8.jpeg"/><Relationship Id="rId2" Type="http://schemas.openxmlformats.org/officeDocument/2006/relationships/image" Target="../media/1.png"/><Relationship Id="rId3" Type="http://schemas.openxmlformats.org/officeDocument/2006/relationships/slideLayout" Target="../slideLayouts/slideLayout1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9.jpeg"/><Relationship Id="rId2" Type="http://schemas.openxmlformats.org/officeDocument/2006/relationships/slideLayout" Target="../slideLayouts/slideLayout1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10.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10.png"/><Relationship Id="rId2" Type="http://schemas.openxmlformats.org/officeDocument/2006/relationships/image" Target="../media/11.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grpSp>
        <p:nvGrpSpPr>
          <p:cNvPr id="40" name="组合"/>
          <p:cNvGrpSpPr>
            <a:grpSpLocks/>
          </p:cNvGrpSpPr>
          <p:nvPr/>
        </p:nvGrpSpPr>
        <p:grpSpPr>
          <a:xfrm>
            <a:off x="876298" y="990599"/>
            <a:ext cx="1743075" cy="1333500"/>
            <a:chOff x="876298" y="990599"/>
            <a:chExt cx="1743075" cy="1333500"/>
          </a:xfrm>
        </p:grpSpPr>
        <p:sp>
          <p:nvSpPr>
            <p:cNvPr id="38" name="曲线"/>
            <p:cNvSpPr>
              <a:spLocks/>
            </p:cNvSpPr>
            <p:nvPr/>
          </p:nvSpPr>
          <p:spPr>
            <a:xfrm rot="0">
              <a:off x="876298" y="1266824"/>
              <a:ext cx="1228725" cy="1057275"/>
            </a:xfrm>
            <a:custGeom>
              <a:gdLst>
                <a:gd name="T1" fmla="*/ 0 w 21600"/>
                <a:gd name="T2" fmla="*/ 0 h 21600"/>
                <a:gd name="T3" fmla="*/ 21600 w 21600"/>
                <a:gd name="T4" fmla="*/ 21600 h 21600"/>
              </a:gdLst>
              <a:rect l="T1" t="T2" r="T3" b="T4"/>
              <a:pathLst>
                <a:path w="21600" h="21600">
                  <a:moveTo>
                    <a:pt x="16954" y="0"/>
                  </a:moveTo>
                  <a:lnTo>
                    <a:pt x="4646" y="0"/>
                  </a:lnTo>
                  <a:lnTo>
                    <a:pt x="0" y="10801"/>
                  </a:lnTo>
                  <a:lnTo>
                    <a:pt x="4646" y="21600"/>
                  </a:lnTo>
                  <a:lnTo>
                    <a:pt x="16954" y="21600"/>
                  </a:lnTo>
                  <a:lnTo>
                    <a:pt x="21599" y="10801"/>
                  </a:lnTo>
                  <a:lnTo>
                    <a:pt x="16954" y="0"/>
                  </a:lnTo>
                  <a:close/>
                </a:path>
              </a:pathLst>
            </a:custGeom>
            <a:solidFill>
              <a:srgbClr val="5FCAEE"/>
            </a:solidFill>
            <a:ln cmpd="sng" cap="flat">
              <a:noFill/>
              <a:prstDash val="solid"/>
              <a:round/>
            </a:ln>
          </p:spPr>
        </p:sp>
        <p:sp>
          <p:nvSpPr>
            <p:cNvPr id="39" name="曲线"/>
            <p:cNvSpPr>
              <a:spLocks/>
            </p:cNvSpPr>
            <p:nvPr/>
          </p:nvSpPr>
          <p:spPr>
            <a:xfrm rot="0">
              <a:off x="1971673" y="990599"/>
              <a:ext cx="647700" cy="561974"/>
            </a:xfrm>
            <a:custGeom>
              <a:gdLst>
                <a:gd name="T1" fmla="*/ 0 w 21600"/>
                <a:gd name="T2" fmla="*/ 0 h 21600"/>
                <a:gd name="T3" fmla="*/ 21600 w 21600"/>
                <a:gd name="T4" fmla="*/ 21600 h 21600"/>
              </a:gdLst>
              <a:rect l="T1" t="T2" r="T3" b="T4"/>
              <a:pathLst>
                <a:path w="21600" h="21600">
                  <a:moveTo>
                    <a:pt x="16915" y="0"/>
                  </a:moveTo>
                  <a:lnTo>
                    <a:pt x="4684" y="0"/>
                  </a:lnTo>
                  <a:lnTo>
                    <a:pt x="0" y="10797"/>
                  </a:lnTo>
                  <a:lnTo>
                    <a:pt x="4684" y="21600"/>
                  </a:lnTo>
                  <a:lnTo>
                    <a:pt x="16915" y="21600"/>
                  </a:lnTo>
                  <a:lnTo>
                    <a:pt x="21600" y="10797"/>
                  </a:lnTo>
                  <a:lnTo>
                    <a:pt x="16915" y="0"/>
                  </a:lnTo>
                  <a:close/>
                </a:path>
              </a:pathLst>
            </a:custGeom>
            <a:solidFill>
              <a:srgbClr val="2D936B"/>
            </a:solidFill>
            <a:ln cmpd="sng" cap="flat">
              <a:noFill/>
              <a:prstDash val="solid"/>
              <a:round/>
            </a:ln>
          </p:spPr>
        </p:sp>
      </p:grpSp>
      <p:sp>
        <p:nvSpPr>
          <p:cNvPr id="41" name="曲线"/>
          <p:cNvSpPr>
            <a:spLocks/>
          </p:cNvSpPr>
          <p:nvPr/>
        </p:nvSpPr>
        <p:spPr>
          <a:xfrm rot="0">
            <a:off x="3752849" y="1190625"/>
            <a:ext cx="1666875" cy="1438275"/>
          </a:xfrm>
          <a:custGeom>
            <a:gdLst>
              <a:gd name="T1" fmla="*/ 0 w 21600"/>
              <a:gd name="T2" fmla="*/ 0 h 21600"/>
              <a:gd name="T3" fmla="*/ 21600 w 21600"/>
              <a:gd name="T4" fmla="*/ 21600 h 21600"/>
            </a:gdLst>
            <a:rect l="T1" t="T2" r="T3" b="T4"/>
            <a:pathLst>
              <a:path w="21600" h="21600">
                <a:moveTo>
                  <a:pt x="16940" y="0"/>
                </a:moveTo>
                <a:lnTo>
                  <a:pt x="4659" y="0"/>
                </a:lnTo>
                <a:lnTo>
                  <a:pt x="0" y="10799"/>
                </a:lnTo>
                <a:lnTo>
                  <a:pt x="4659" y="21600"/>
                </a:lnTo>
                <a:lnTo>
                  <a:pt x="16940" y="21600"/>
                </a:lnTo>
                <a:lnTo>
                  <a:pt x="21600" y="10799"/>
                </a:lnTo>
                <a:lnTo>
                  <a:pt x="16940" y="0"/>
                </a:lnTo>
                <a:close/>
              </a:path>
            </a:pathLst>
          </a:custGeom>
          <a:solidFill>
            <a:srgbClr val="42D0A1"/>
          </a:solidFill>
          <a:ln cmpd="sng" cap="flat">
            <a:noFill/>
            <a:prstDash val="solid"/>
            <a:round/>
          </a:ln>
        </p:spPr>
      </p:sp>
      <p:sp>
        <p:nvSpPr>
          <p:cNvPr id="42" name="曲线"/>
          <p:cNvSpPr>
            <a:spLocks/>
          </p:cNvSpPr>
          <p:nvPr/>
        </p:nvSpPr>
        <p:spPr>
          <a:xfrm rot="0">
            <a:off x="3800474" y="5229225"/>
            <a:ext cx="723900" cy="619124"/>
          </a:xfrm>
          <a:custGeom>
            <a:gdLst>
              <a:gd name="T1" fmla="*/ 0 w 21600"/>
              <a:gd name="T2" fmla="*/ 0 h 21600"/>
              <a:gd name="T3" fmla="*/ 21600 w 21600"/>
              <a:gd name="T4" fmla="*/ 21600 h 21600"/>
            </a:gdLst>
            <a:rect l="T1" t="T2" r="T3" b="T4"/>
            <a:pathLst>
              <a:path w="21600" h="21600">
                <a:moveTo>
                  <a:pt x="16980" y="0"/>
                </a:moveTo>
                <a:lnTo>
                  <a:pt x="4619" y="0"/>
                </a:lnTo>
                <a:lnTo>
                  <a:pt x="0" y="10802"/>
                </a:lnTo>
                <a:lnTo>
                  <a:pt x="4619" y="21600"/>
                </a:lnTo>
                <a:lnTo>
                  <a:pt x="16980" y="21600"/>
                </a:lnTo>
                <a:lnTo>
                  <a:pt x="21600" y="10802"/>
                </a:lnTo>
                <a:lnTo>
                  <a:pt x="16980" y="0"/>
                </a:lnTo>
                <a:close/>
              </a:path>
            </a:pathLst>
          </a:custGeom>
          <a:solidFill>
            <a:srgbClr val="42AF51"/>
          </a:solidFill>
          <a:ln cmpd="sng" cap="flat">
            <a:noFill/>
            <a:prstDash val="solid"/>
            <a:round/>
          </a:ln>
        </p:spPr>
      </p:sp>
      <p:sp>
        <p:nvSpPr>
          <p:cNvPr id="43" name="文本框"/>
          <p:cNvSpPr>
            <a:spLocks noGrp="1"/>
          </p:cNvSpPr>
          <p:nvPr>
            <p:ph type="ctrTitle"/>
          </p:nvPr>
        </p:nvSpPr>
        <p:spPr>
          <a:xfrm rot="0">
            <a:off x="-828675" y="19665"/>
            <a:ext cx="9982200" cy="988050"/>
          </a:xfrm>
          <a:prstGeom prst="rect"/>
          <a:noFill/>
          <a:ln w="12700" cmpd="sng" cap="flat">
            <a:noFill/>
            <a:prstDash val="solid"/>
            <a:round/>
          </a:ln>
        </p:spPr>
        <p:txBody>
          <a:bodyPr vert="horz" wrap="square" lIns="0" tIns="16500" rIns="0" bIns="0" anchor="t" anchorCtr="0">
            <a:prstTxWarp prst="textNoShape"/>
            <a:spAutoFit/>
          </a:bodyPr>
          <a:lstStyle/>
          <a:p>
            <a:pPr marL="3213735" indent="0" algn="l">
              <a:lnSpc>
                <a:spcPct val="100000"/>
              </a:lnSpc>
              <a:spcBef>
                <a:spcPts val="0"/>
              </a:spcBef>
              <a:spcAft>
                <a:spcPts val="0"/>
              </a:spcAft>
              <a:buNone/>
            </a:pPr>
            <a:r>
              <a:rPr lang="en-US" altLang="zh-CN" sz="3200" b="1" i="0" u="none" strike="noStrike" kern="0" cap="none" spc="0" baseline="0">
                <a:solidFill>
                  <a:srgbClr val="0F0F0F"/>
                </a:solidFill>
                <a:latin typeface="Times New Roman" pitchFamily="0" charset="0"/>
                <a:ea typeface="Times New Roman" pitchFamily="0" charset="0"/>
                <a:cs typeface="Times New Roman" pitchFamily="0" charset="0"/>
                <a:sym typeface="Times New Roman" pitchFamily="0" charset="0"/>
              </a:rPr>
              <a:t>Employee Data Analysis using Excel</a:t>
            </a:r>
            <a:r>
              <a:rPr lang="en-US" altLang="zh-CN" sz="3200" b="1" i="0" u="none" strike="noStrike" kern="0" cap="none" spc="0" baseline="0">
                <a:solidFill>
                  <a:srgbClr val="0F0F0F"/>
                </a:solidFill>
                <a:latin typeface="Times New Roman" pitchFamily="0" charset="0"/>
                <a:ea typeface="Times New Roman" pitchFamily="0" charset="0"/>
                <a:cs typeface="Times New Roman" pitchFamily="0" charset="0"/>
                <a:sym typeface="Times New Roman" pitchFamily="0" charset="0"/>
              </a:rPr>
              <a:t> </a:t>
            </a:r>
            <a:br>
              <a:rPr lang="zh-CN" altLang="en-US" sz="3200" b="1" i="0" u="none" strike="noStrike" kern="0" cap="none" spc="0" baseline="0">
                <a:solidFill>
                  <a:srgbClr val="0F0F0F"/>
                </a:solidFill>
                <a:latin typeface="Roboto" pitchFamily="0" charset="0"/>
                <a:ea typeface="Roboto" pitchFamily="0" charset="0"/>
                <a:cs typeface="Roboto" pitchFamily="0" charset="0"/>
                <a:sym typeface="Roboto" pitchFamily="0" charset="0"/>
              </a:rPr>
            </a:br>
            <a:endParaRPr lang="zh-CN" altLang="en-US" sz="3200" b="1" i="0" u="none" strike="noStrike" kern="0" cap="none" spc="0" baseline="0">
              <a:solidFill>
                <a:srgbClr val="0F0F0F"/>
              </a:solidFill>
              <a:latin typeface="Roboto" pitchFamily="0" charset="0"/>
              <a:ea typeface="Roboto" pitchFamily="0" charset="0"/>
              <a:cs typeface="Roboto" pitchFamily="0" charset="0"/>
              <a:sym typeface="Roboto" pitchFamily="0" charset="0"/>
            </a:endParaRPr>
          </a:p>
        </p:txBody>
      </p:sp>
      <p:pic>
        <p:nvPicPr>
          <p:cNvPr id="44" name="图片"/>
          <p:cNvPicPr>
            <a:picLocks/>
          </p:cNvPicPr>
          <p:nvPr/>
        </p:nvPicPr>
        <p:blipFill>
          <a:blip r:embed="rId1" cstate="print"/>
          <a:stretch>
            <a:fillRect/>
          </a:stretch>
        </p:blipFill>
        <p:spPr>
          <a:xfrm rot="0">
            <a:off x="676275" y="6467475"/>
            <a:ext cx="2143125" cy="200024"/>
          </a:xfrm>
          <a:prstGeom prst="rect"/>
          <a:noFill/>
          <a:ln w="12700" cmpd="sng" cap="flat">
            <a:noFill/>
            <a:prstDash val="solid"/>
            <a:round/>
          </a:ln>
        </p:spPr>
      </p:pic>
      <p:sp>
        <p:nvSpPr>
          <p:cNvPr id="45" name="文本框"/>
          <p:cNvSpPr>
            <a:spLocks noGrp="1"/>
          </p:cNvSpPr>
          <p:nvPr>
            <p:ph type="sldNum"/>
          </p:nvPr>
        </p:nvSpPr>
        <p:spPr>
          <a:xfrm rot="0">
            <a:off x="11353418" y="6473336"/>
            <a:ext cx="151129" cy="168899"/>
          </a:xfrm>
          <a:prstGeom prst="rect"/>
          <a:noFill/>
          <a:ln cmpd="sng" cap="flat">
            <a:noFill/>
            <a:prstDash val="solid"/>
            <a:round/>
          </a:ln>
        </p:spPr>
        <p:txBody>
          <a:bodyPr vert="horz" wrap="square" lIns="0" tIns="6974" rIns="0" bIns="0" anchor="t" anchorCtr="0">
            <a:prstTxWarp prst="textNoShape"/>
            <a:spAutoFit/>
          </a:bodyPr>
          <a:lstStyle/>
          <a:p>
            <a:pPr marL="38100" indent="0" algn="l">
              <a:lnSpc>
                <a:spcPct val="100000"/>
              </a:lnSpc>
              <a:spcBef>
                <a:spcPts val="0"/>
              </a:spcBef>
              <a:spcAft>
                <a:spcPts val="0"/>
              </a:spcAft>
              <a:buNone/>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1</a:t>
            </a:fld>
            <a:endParaRPr lang="zh-CN" altLang="en-US"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endParaRPr>
          </a:p>
        </p:txBody>
      </p:sp>
      <p:sp>
        <p:nvSpPr>
          <p:cNvPr id="46" name="矩形"/>
          <p:cNvSpPr>
            <a:spLocks/>
          </p:cNvSpPr>
          <p:nvPr/>
        </p:nvSpPr>
        <p:spPr>
          <a:xfrm rot="0">
            <a:off x="428625" y="3259604"/>
            <a:ext cx="9982200" cy="190115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STUDENT NAME</a:t>
            </a: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a:t>
            </a: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a:t>
            </a:r>
            <a:r>
              <a:rPr lang="en-US" altLang="zh-CN" sz="2400" b="0" i="0" u="none" strike="noStrike" kern="0" cap="none" spc="0" baseline="0">
                <a:solidFill>
                  <a:srgbClr val="000000"/>
                </a:solidFill>
                <a:latin typeface="Calibri" pitchFamily="0" charset="0"/>
                <a:ea typeface="Calibri" pitchFamily="0" charset="0"/>
                <a:cs typeface="Calibri" pitchFamily="0" charset="0"/>
              </a:rPr>
              <a:t>Sanjay. J</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REGISTER NO   </a:t>
            </a:r>
            <a:r>
              <a:rPr lang="en-US" altLang="zh-CN" sz="2400" b="0" i="0" u="none" strike="noStrike" kern="0" cap="none" spc="0" baseline="0">
                <a:solidFill>
                  <a:srgbClr val="000000"/>
                </a:solidFill>
                <a:latin typeface="Calibri" pitchFamily="0" charset="0"/>
                <a:ea typeface="Calibri" pitchFamily="0" charset="0"/>
                <a:cs typeface="Calibri" pitchFamily="0" charset="0"/>
              </a:rPr>
              <a:t>: 2F00F9B8D14ABE98BA24EFCD9CF93758 (312207618)</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DEPARTMENT   : B.com (General) 3rd year</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COLLEGE       </a:t>
            </a:r>
            <a:r>
              <a:rPr lang="en-US" altLang="zh-CN" sz="2400" b="0" i="0" u="none" strike="noStrike" kern="0" cap="none" spc="0" baseline="0">
                <a:solidFill>
                  <a:srgbClr val="000000"/>
                </a:solidFill>
                <a:latin typeface="Calibri" pitchFamily="0" charset="0"/>
                <a:ea typeface="Calibri" pitchFamily="0" charset="0"/>
                <a:cs typeface="Calibri" pitchFamily="0" charset="0"/>
              </a:rPr>
              <a:t> : </a:t>
            </a: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PACHAIYAPPA'S COLLEGE CHENNAI 30</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a:t>
            </a:r>
            <a:endParaRPr lang="zh-CN" altLang="en-US"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1378551180"/>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showMasterSp="0">
  <p:cSld>
    <p:bg>
      <p:bgPr>
        <a:solidFill>
          <a:srgbClr val="FFFFFF"/>
        </a:solidFill>
      </p:bgPr>
    </p:bg>
    <p:spTree>
      <p:nvGrpSpPr>
        <p:cNvPr id="1" name=""/>
        <p:cNvGrpSpPr/>
        <p:nvPr/>
      </p:nvGrpSpPr>
      <p:grpSpPr>
        <a:xfrm>
          <a:off x="0" y="0"/>
          <a:ext cx="0" cy="0"/>
          <a:chOff x="0" y="0"/>
          <a:chExt cx="0" cy="0"/>
        </a:xfrm>
      </p:grpSpPr>
      <p:sp>
        <p:nvSpPr>
          <p:cNvPr id="63" name="曲线"/>
          <p:cNvSpPr>
            <a:spLocks/>
          </p:cNvSpPr>
          <p:nvPr/>
        </p:nvSpPr>
        <p:spPr>
          <a:xfrm rot="0">
            <a:off x="0" y="0"/>
            <a:ext cx="12192000" cy="68580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F1F1F1"/>
          </a:solidFill>
          <a:ln cmpd="sng" cap="flat">
            <a:noFill/>
            <a:prstDash val="solid"/>
            <a:round/>
          </a:ln>
        </p:spPr>
      </p:sp>
      <p:grpSp>
        <p:nvGrpSpPr>
          <p:cNvPr id="73" name="组合"/>
          <p:cNvGrpSpPr>
            <a:grpSpLocks/>
          </p:cNvGrpSpPr>
          <p:nvPr/>
        </p:nvGrpSpPr>
        <p:grpSpPr>
          <a:xfrm>
            <a:off x="7448612" y="0"/>
            <a:ext cx="4743795" cy="6858466"/>
            <a:chOff x="7448612" y="0"/>
            <a:chExt cx="4743795" cy="6858466"/>
          </a:xfrm>
        </p:grpSpPr>
        <p:sp>
          <p:nvSpPr>
            <p:cNvPr id="64" name="曲线"/>
            <p:cNvSpPr>
              <a:spLocks/>
            </p:cNvSpPr>
            <p:nvPr/>
          </p:nvSpPr>
          <p:spPr>
            <a:xfrm rot="0">
              <a:off x="9377426" y="4825"/>
              <a:ext cx="1218564" cy="6853554"/>
            </a:xfrm>
            <a:custGeom>
              <a:gdLst>
                <a:gd name="T1" fmla="*/ 0 w 21600"/>
                <a:gd name="T2" fmla="*/ 0 h 21600"/>
                <a:gd name="T3" fmla="*/ 21600 w 21600"/>
                <a:gd name="T4" fmla="*/ 21600 h 21600"/>
              </a:gdLst>
              <a:rect l="T1" t="T2" r="T3" b="T4"/>
              <a:pathLst>
                <a:path w="21600" h="21600">
                  <a:moveTo>
                    <a:pt x="0" y="0"/>
                  </a:moveTo>
                  <a:lnTo>
                    <a:pt x="21596" y="21598"/>
                  </a:lnTo>
                </a:path>
              </a:pathLst>
            </a:custGeom>
            <a:noFill/>
            <a:ln w="9525" cmpd="sng" cap="flat">
              <a:solidFill>
                <a:srgbClr val="5FCAEE"/>
              </a:solidFill>
              <a:prstDash val="solid"/>
              <a:round/>
            </a:ln>
          </p:spPr>
        </p:sp>
        <p:sp>
          <p:nvSpPr>
            <p:cNvPr id="65" name="曲线"/>
            <p:cNvSpPr>
              <a:spLocks/>
            </p:cNvSpPr>
            <p:nvPr/>
          </p:nvSpPr>
          <p:spPr>
            <a:xfrm rot="0">
              <a:off x="7448612" y="3694896"/>
              <a:ext cx="4743450" cy="3163570"/>
            </a:xfrm>
            <a:custGeom>
              <a:gdLst>
                <a:gd name="T1" fmla="*/ 0 w 21600"/>
                <a:gd name="T2" fmla="*/ 0 h 21600"/>
                <a:gd name="T3" fmla="*/ 21600 w 21600"/>
                <a:gd name="T4" fmla="*/ 21600 h 21600"/>
              </a:gdLst>
              <a:rect l="T1" t="T2" r="T3" b="T4"/>
              <a:pathLst>
                <a:path w="21600" h="21600">
                  <a:moveTo>
                    <a:pt x="21599" y="0"/>
                  </a:moveTo>
                  <a:lnTo>
                    <a:pt x="0" y="21596"/>
                  </a:lnTo>
                </a:path>
              </a:pathLst>
            </a:custGeom>
            <a:noFill/>
            <a:ln w="9525" cmpd="sng" cap="flat">
              <a:solidFill>
                <a:srgbClr val="5FCAEE"/>
              </a:solidFill>
              <a:prstDash val="solid"/>
              <a:round/>
            </a:ln>
          </p:spPr>
        </p:sp>
        <p:sp>
          <p:nvSpPr>
            <p:cNvPr id="66" name="曲线"/>
            <p:cNvSpPr>
              <a:spLocks/>
            </p:cNvSpPr>
            <p:nvPr/>
          </p:nvSpPr>
          <p:spPr>
            <a:xfrm rot="0">
              <a:off x="9182100" y="0"/>
              <a:ext cx="3009899" cy="6858000"/>
            </a:xfrm>
            <a:custGeom>
              <a:gdLst>
                <a:gd name="T1" fmla="*/ 0 w 21600"/>
                <a:gd name="T2" fmla="*/ 0 h 21600"/>
                <a:gd name="T3" fmla="*/ 21600 w 21600"/>
                <a:gd name="T4" fmla="*/ 21600 h 21600"/>
              </a:gd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mpd="sng" cap="flat">
              <a:noFill/>
              <a:prstDash val="solid"/>
              <a:round/>
            </a:ln>
          </p:spPr>
        </p:sp>
        <p:sp>
          <p:nvSpPr>
            <p:cNvPr id="67" name="曲线"/>
            <p:cNvSpPr>
              <a:spLocks/>
            </p:cNvSpPr>
            <p:nvPr/>
          </p:nvSpPr>
          <p:spPr>
            <a:xfrm rot="0">
              <a:off x="9602878" y="0"/>
              <a:ext cx="2589529" cy="6858000"/>
            </a:xfrm>
            <a:custGeom>
              <a:gdLst>
                <a:gd name="T1" fmla="*/ 0 w 21600"/>
                <a:gd name="T2" fmla="*/ 0 h 21600"/>
                <a:gd name="T3" fmla="*/ 21600 w 21600"/>
                <a:gd name="T4" fmla="*/ 21600 h 21600"/>
              </a:gd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mpd="sng" cap="flat">
              <a:noFill/>
              <a:prstDash val="solid"/>
              <a:round/>
            </a:ln>
          </p:spPr>
        </p:sp>
        <p:sp>
          <p:nvSpPr>
            <p:cNvPr id="68" name="曲线"/>
            <p:cNvSpPr>
              <a:spLocks/>
            </p:cNvSpPr>
            <p:nvPr/>
          </p:nvSpPr>
          <p:spPr>
            <a:xfrm rot="0">
              <a:off x="8934450" y="3048000"/>
              <a:ext cx="3257550" cy="3810000"/>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5000"/>
              </a:srgbClr>
            </a:solidFill>
            <a:ln cmpd="sng" cap="flat">
              <a:noFill/>
              <a:prstDash val="solid"/>
              <a:round/>
            </a:ln>
          </p:spPr>
        </p:sp>
        <p:sp>
          <p:nvSpPr>
            <p:cNvPr id="69" name="曲线"/>
            <p:cNvSpPr>
              <a:spLocks/>
            </p:cNvSpPr>
            <p:nvPr/>
          </p:nvSpPr>
          <p:spPr>
            <a:xfrm rot="0">
              <a:off x="9337930" y="0"/>
              <a:ext cx="2854324" cy="6858000"/>
            </a:xfrm>
            <a:custGeom>
              <a:gdLst>
                <a:gd name="T1" fmla="*/ 0 w 21600"/>
                <a:gd name="T2" fmla="*/ 0 h 21600"/>
                <a:gd name="T3" fmla="*/ 21600 w 21600"/>
                <a:gd name="T4" fmla="*/ 21600 h 21600"/>
              </a:gdLst>
              <a:rect l="T1" t="T2" r="T3" b="T4"/>
              <a:pathLst>
                <a:path w="21600" h="21600">
                  <a:moveTo>
                    <a:pt x="21598" y="0"/>
                  </a:moveTo>
                  <a:lnTo>
                    <a:pt x="0" y="0"/>
                  </a:lnTo>
                  <a:lnTo>
                    <a:pt x="18691" y="21599"/>
                  </a:lnTo>
                  <a:lnTo>
                    <a:pt x="21598" y="21599"/>
                  </a:lnTo>
                  <a:lnTo>
                    <a:pt x="21598" y="0"/>
                  </a:lnTo>
                  <a:close/>
                </a:path>
              </a:pathLst>
            </a:custGeom>
            <a:solidFill>
              <a:srgbClr val="17AFE3">
                <a:alpha val="50000"/>
              </a:srgbClr>
            </a:solidFill>
            <a:ln cmpd="sng" cap="flat">
              <a:noFill/>
              <a:prstDash val="solid"/>
              <a:round/>
            </a:ln>
          </p:spPr>
        </p:sp>
        <p:sp>
          <p:nvSpPr>
            <p:cNvPr id="70" name="曲线"/>
            <p:cNvSpPr>
              <a:spLocks/>
            </p:cNvSpPr>
            <p:nvPr/>
          </p:nvSpPr>
          <p:spPr>
            <a:xfrm rot="0">
              <a:off x="10896601" y="0"/>
              <a:ext cx="1295400" cy="6858000"/>
            </a:xfrm>
            <a:custGeom>
              <a:gdLst>
                <a:gd name="T1" fmla="*/ 0 w 21600"/>
                <a:gd name="T2" fmla="*/ 0 h 21600"/>
                <a:gd name="T3" fmla="*/ 21600 w 21600"/>
                <a:gd name="T4" fmla="*/ 21600 h 21600"/>
              </a:gdLst>
              <a:rect l="T1" t="T2" r="T3" b="T4"/>
              <a:pathLst>
                <a:path w="21600" h="21600">
                  <a:moveTo>
                    <a:pt x="21599" y="0"/>
                  </a:moveTo>
                  <a:lnTo>
                    <a:pt x="17048" y="0"/>
                  </a:lnTo>
                  <a:lnTo>
                    <a:pt x="0" y="21599"/>
                  </a:lnTo>
                  <a:lnTo>
                    <a:pt x="21599" y="21599"/>
                  </a:lnTo>
                  <a:lnTo>
                    <a:pt x="21599" y="0"/>
                  </a:lnTo>
                  <a:close/>
                </a:path>
              </a:pathLst>
            </a:custGeom>
            <a:solidFill>
              <a:srgbClr val="2D83C3">
                <a:alpha val="70000"/>
              </a:srgbClr>
            </a:solidFill>
            <a:ln cmpd="sng" cap="flat">
              <a:noFill/>
              <a:prstDash val="solid"/>
              <a:round/>
            </a:ln>
          </p:spPr>
        </p:sp>
        <p:sp>
          <p:nvSpPr>
            <p:cNvPr id="71" name="曲线"/>
            <p:cNvSpPr>
              <a:spLocks/>
            </p:cNvSpPr>
            <p:nvPr/>
          </p:nvSpPr>
          <p:spPr>
            <a:xfrm rot="0">
              <a:off x="10936247" y="0"/>
              <a:ext cx="1256029" cy="6858000"/>
            </a:xfrm>
            <a:custGeom>
              <a:gdLst>
                <a:gd name="T1" fmla="*/ 0 w 21600"/>
                <a:gd name="T2" fmla="*/ 0 h 21600"/>
                <a:gd name="T3" fmla="*/ 21600 w 21600"/>
                <a:gd name="T4" fmla="*/ 21600 h 21600"/>
              </a:gdLst>
              <a:rect l="T1" t="T2" r="T3" b="T4"/>
              <a:pathLst>
                <a:path w="21600" h="21600">
                  <a:moveTo>
                    <a:pt x="21595" y="0"/>
                  </a:moveTo>
                  <a:lnTo>
                    <a:pt x="0" y="0"/>
                  </a:lnTo>
                  <a:lnTo>
                    <a:pt x="19166" y="21599"/>
                  </a:lnTo>
                  <a:lnTo>
                    <a:pt x="21595" y="21599"/>
                  </a:lnTo>
                  <a:lnTo>
                    <a:pt x="21595" y="0"/>
                  </a:lnTo>
                  <a:close/>
                </a:path>
              </a:pathLst>
            </a:custGeom>
            <a:solidFill>
              <a:srgbClr val="226192">
                <a:alpha val="80000"/>
              </a:srgbClr>
            </a:solidFill>
            <a:ln cmpd="sng" cap="flat">
              <a:noFill/>
              <a:prstDash val="solid"/>
              <a:round/>
            </a:ln>
          </p:spPr>
        </p:sp>
        <p:sp>
          <p:nvSpPr>
            <p:cNvPr id="72" name="曲线"/>
            <p:cNvSpPr>
              <a:spLocks/>
            </p:cNvSpPr>
            <p:nvPr/>
          </p:nvSpPr>
          <p:spPr>
            <a:xfrm rot="0">
              <a:off x="10372725" y="3590925"/>
              <a:ext cx="1819275" cy="3267075"/>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5000"/>
              </a:srgbClr>
            </a:solidFill>
            <a:ln cmpd="sng" cap="flat">
              <a:noFill/>
              <a:prstDash val="solid"/>
              <a:round/>
            </a:ln>
          </p:spPr>
        </p:sp>
      </p:grpSp>
      <p:sp>
        <p:nvSpPr>
          <p:cNvPr id="74" name="曲线"/>
          <p:cNvSpPr>
            <a:spLocks/>
          </p:cNvSpPr>
          <p:nvPr/>
        </p:nvSpPr>
        <p:spPr>
          <a:xfrm rot="0">
            <a:off x="0" y="4010025"/>
            <a:ext cx="447674" cy="2847975"/>
          </a:xfrm>
          <a:custGeom>
            <a:gdLst>
              <a:gd name="T1" fmla="*/ 0 w 21600"/>
              <a:gd name="T2" fmla="*/ 0 h 21600"/>
              <a:gd name="T3" fmla="*/ 21600 w 21600"/>
              <a:gd name="T4" fmla="*/ 21600 h 21600"/>
            </a:gdLst>
            <a:rect l="T1" t="T2" r="T3" b="T4"/>
            <a:pathLst>
              <a:path w="21600" h="21600">
                <a:moveTo>
                  <a:pt x="0" y="0"/>
                </a:moveTo>
                <a:lnTo>
                  <a:pt x="0" y="21600"/>
                </a:lnTo>
                <a:lnTo>
                  <a:pt x="21600" y="21600"/>
                </a:lnTo>
                <a:lnTo>
                  <a:pt x="0" y="0"/>
                </a:lnTo>
                <a:close/>
              </a:path>
            </a:pathLst>
          </a:custGeom>
          <a:solidFill>
            <a:srgbClr val="5FCAEE">
              <a:alpha val="70000"/>
            </a:srgbClr>
          </a:solidFill>
          <a:ln cmpd="sng" cap="flat">
            <a:noFill/>
            <a:prstDash val="solid"/>
            <a:round/>
          </a:ln>
        </p:spPr>
      </p:sp>
      <p:sp>
        <p:nvSpPr>
          <p:cNvPr id="75"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round/>
          </a:ln>
        </p:spPr>
      </p:sp>
      <p:sp>
        <p:nvSpPr>
          <p:cNvPr id="76" name="曲线"/>
          <p:cNvSpPr>
            <a:spLocks/>
          </p:cNvSpPr>
          <p:nvPr/>
        </p:nvSpPr>
        <p:spPr>
          <a:xfrm rot="0">
            <a:off x="6696075" y="1695450"/>
            <a:ext cx="314324" cy="32385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83C3"/>
          </a:solidFill>
          <a:ln cmpd="sng" cap="flat">
            <a:noFill/>
            <a:prstDash val="solid"/>
            <a:round/>
          </a:ln>
        </p:spPr>
      </p:sp>
      <p:sp>
        <p:nvSpPr>
          <p:cNvPr id="77"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round/>
          </a:ln>
        </p:spPr>
      </p:sp>
      <p:sp>
        <p:nvSpPr>
          <p:cNvPr id="78" name="文本框"/>
          <p:cNvSpPr>
            <a:spLocks noGrp="1"/>
          </p:cNvSpPr>
          <p:nvPr>
            <p:ph type="title"/>
          </p:nvPr>
        </p:nvSpPr>
        <p:spPr>
          <a:xfrm rot="0">
            <a:off x="739774" y="829626"/>
            <a:ext cx="3909695" cy="664200"/>
          </a:xfrm>
          <a:prstGeom prst="rect"/>
          <a:noFill/>
          <a:ln w="12700" cmpd="sng" cap="flat">
            <a:noFill/>
            <a:prstDash val="solid"/>
            <a:round/>
          </a:ln>
        </p:spPr>
        <p:txBody>
          <a:bodyPr vert="horz" wrap="square" lIns="0" tIns="16500" rIns="0" bIns="0" anchor="t" anchorCtr="0">
            <a:prstTxWarp prst="textNoShape"/>
            <a:spAutoFit/>
          </a:bodyPr>
          <a:lstStyle/>
          <a:p>
            <a:pPr marL="12700" indent="0" algn="l">
              <a:lnSpc>
                <a:spcPct val="100000"/>
              </a:lnSpc>
              <a:spcBef>
                <a:spcPts val="0"/>
              </a:spcBef>
              <a:spcAft>
                <a:spcPts val="0"/>
              </a:spcAft>
              <a:buNone/>
            </a:pPr>
            <a:r>
              <a:rPr lang="en-US" altLang="zh-CN" sz="425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PROJECT TITLE</a:t>
            </a:r>
            <a:endParaRPr lang="zh-CN" altLang="en-US" sz="425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grpSp>
        <p:nvGrpSpPr>
          <p:cNvPr id="81" name="组合"/>
          <p:cNvGrpSpPr>
            <a:grpSpLocks/>
          </p:cNvGrpSpPr>
          <p:nvPr/>
        </p:nvGrpSpPr>
        <p:grpSpPr>
          <a:xfrm>
            <a:off x="466725" y="6410325"/>
            <a:ext cx="3705224" cy="295275"/>
            <a:chOff x="466725" y="6410325"/>
            <a:chExt cx="3705224" cy="295275"/>
          </a:xfrm>
        </p:grpSpPr>
        <p:pic>
          <p:nvPicPr>
            <p:cNvPr id="79" name="图片"/>
            <p:cNvPicPr>
              <a:picLocks/>
            </p:cNvPicPr>
            <p:nvPr/>
          </p:nvPicPr>
          <p:blipFill>
            <a:blip r:embed="rId1" cstate="print"/>
            <a:stretch>
              <a:fillRect/>
            </a:stretch>
          </p:blipFill>
          <p:spPr>
            <a:xfrm rot="0">
              <a:off x="676275" y="6467475"/>
              <a:ext cx="2143125" cy="200024"/>
            </a:xfrm>
            <a:prstGeom prst="rect"/>
            <a:noFill/>
            <a:ln w="12700" cmpd="sng" cap="flat">
              <a:noFill/>
              <a:prstDash val="solid"/>
              <a:round/>
            </a:ln>
          </p:spPr>
        </p:pic>
        <p:pic>
          <p:nvPicPr>
            <p:cNvPr id="80" name="图片"/>
            <p:cNvPicPr>
              <a:picLocks/>
            </p:cNvPicPr>
            <p:nvPr/>
          </p:nvPicPr>
          <p:blipFill>
            <a:blip r:embed="rId2" cstate="print"/>
            <a:stretch>
              <a:fillRect/>
            </a:stretch>
          </p:blipFill>
          <p:spPr>
            <a:xfrm rot="0">
              <a:off x="466725" y="6410325"/>
              <a:ext cx="3705224" cy="295275"/>
            </a:xfrm>
            <a:prstGeom prst="rect"/>
            <a:noFill/>
            <a:ln w="12700" cmpd="sng" cap="flat">
              <a:noFill/>
              <a:prstDash val="solid"/>
              <a:round/>
            </a:ln>
          </p:spPr>
        </p:pic>
      </p:grpSp>
      <p:sp>
        <p:nvSpPr>
          <p:cNvPr id="82" name="文本框"/>
          <p:cNvSpPr>
            <a:spLocks noGrp="1"/>
          </p:cNvSpPr>
          <p:nvPr>
            <p:ph type="sldNum"/>
          </p:nvPr>
        </p:nvSpPr>
        <p:spPr>
          <a:xfrm rot="0">
            <a:off x="11353418" y="6473336"/>
            <a:ext cx="151129" cy="168899"/>
          </a:xfrm>
          <a:prstGeom prst="rect"/>
          <a:noFill/>
          <a:ln cmpd="sng" cap="flat">
            <a:noFill/>
            <a:prstDash val="solid"/>
            <a:round/>
          </a:ln>
        </p:spPr>
        <p:txBody>
          <a:bodyPr vert="horz" wrap="square" lIns="0" tIns="6974" rIns="0" bIns="0" anchor="t" anchorCtr="0">
            <a:prstTxWarp prst="textNoShape"/>
            <a:spAutoFit/>
          </a:bodyPr>
          <a:lstStyle/>
          <a:p>
            <a:pPr marL="38100" indent="0" algn="l">
              <a:lnSpc>
                <a:spcPct val="100000"/>
              </a:lnSpc>
              <a:spcBef>
                <a:spcPts val="0"/>
              </a:spcBef>
              <a:spcAft>
                <a:spcPts val="0"/>
              </a:spcAft>
              <a:buNone/>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2</a:t>
            </a:fld>
            <a:endParaRPr lang="zh-CN" altLang="en-US"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endParaRPr>
          </a:p>
        </p:txBody>
      </p:sp>
      <p:sp>
        <p:nvSpPr>
          <p:cNvPr id="83" name="矩形"/>
          <p:cNvSpPr>
            <a:spLocks/>
          </p:cNvSpPr>
          <p:nvPr/>
        </p:nvSpPr>
        <p:spPr>
          <a:xfrm rot="0">
            <a:off x="1217522" y="2123271"/>
            <a:ext cx="8593228" cy="75815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r>
              <a:rPr lang="en-US" altLang="zh-CN" sz="4400" b="1" i="0" u="none" strike="noStrike" kern="0" cap="none" spc="0" baseline="0">
                <a:solidFill>
                  <a:srgbClr val="0F0F0F"/>
                </a:solidFill>
                <a:latin typeface="Times New Roman" pitchFamily="0" charset="0"/>
                <a:ea typeface="Times New Roman" pitchFamily="0" charset="0"/>
                <a:cs typeface="Times New Roman" pitchFamily="0" charset="0"/>
                <a:sym typeface="Times New Roman" pitchFamily="0" charset="0"/>
              </a:rPr>
              <a:t>Employee Performance Analysis using Excel</a:t>
            </a:r>
            <a:endParaRPr lang="zh-CN" altLang="en-US" sz="2800" b="0" i="0" u="none" strike="noStrike" kern="0" cap="none" spc="0" baseline="0">
              <a:solidFill>
                <a:srgbClr val="7030A0"/>
              </a:solidFill>
              <a:latin typeface="Times New Roman" pitchFamily="0" charset="0"/>
              <a:ea typeface="Times New Roman" pitchFamily="0" charset="0"/>
              <a:cs typeface="Times New Roman" pitchFamily="0" charset="0"/>
              <a:sym typeface="Times New Roman" pitchFamily="0" charset="0"/>
            </a:endParaRPr>
          </a:p>
        </p:txBody>
      </p:sp>
    </p:spTree>
    <p:extLst>
      <p:ext uri="{BB962C8B-B14F-4D97-AF65-F5344CB8AC3E}">
        <p14:creationId xmlns:p14="http://schemas.microsoft.com/office/powerpoint/2010/main" val="984297320"/>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showMasterSp="0">
  <p:cSld>
    <p:bg>
      <p:bgPr>
        <a:solidFill>
          <a:srgbClr val="FFFFFF"/>
        </a:solidFill>
      </p:bgPr>
    </p:bg>
    <p:spTree>
      <p:nvGrpSpPr>
        <p:cNvPr id="1" name=""/>
        <p:cNvGrpSpPr/>
        <p:nvPr/>
      </p:nvGrpSpPr>
      <p:grpSpPr>
        <a:xfrm>
          <a:off x="0" y="0"/>
          <a:ext cx="0" cy="0"/>
          <a:chOff x="0" y="0"/>
          <a:chExt cx="0" cy="0"/>
        </a:xfrm>
      </p:grpSpPr>
      <p:sp>
        <p:nvSpPr>
          <p:cNvPr id="86" name="曲线"/>
          <p:cNvSpPr>
            <a:spLocks/>
          </p:cNvSpPr>
          <p:nvPr/>
        </p:nvSpPr>
        <p:spPr>
          <a:xfrm rot="0">
            <a:off x="-76200" y="28579"/>
            <a:ext cx="12481713" cy="6858000"/>
          </a:xfrm>
          <a:custGeom>
            <a:gdLst>
              <a:gd name="T1" fmla="*/ 0 w 21600"/>
              <a:gd name="T2" fmla="*/ 0 h 21600"/>
              <a:gd name="T3" fmla="*/ 21600 w 21600"/>
              <a:gd name="T4" fmla="*/ 21600 h 21600"/>
            </a:gdLst>
            <a:rect l="T1" t="T2" r="T3" b="T4"/>
            <a:pathLst>
              <a:path w="21600" h="21600">
                <a:moveTo>
                  <a:pt x="21600" y="0"/>
                </a:moveTo>
                <a:lnTo>
                  <a:pt x="0" y="0"/>
                </a:lnTo>
                <a:lnTo>
                  <a:pt x="0" y="21599"/>
                </a:lnTo>
                <a:lnTo>
                  <a:pt x="21600" y="21599"/>
                </a:lnTo>
                <a:lnTo>
                  <a:pt x="21600" y="0"/>
                </a:lnTo>
                <a:close/>
              </a:path>
            </a:pathLst>
          </a:custGeom>
          <a:solidFill>
            <a:srgbClr val="F1F1F1"/>
          </a:solidFill>
          <a:ln cmpd="sng" cap="flat">
            <a:noFill/>
            <a:prstDash val="solid"/>
            <a:round/>
          </a:ln>
        </p:spPr>
      </p:sp>
      <p:grpSp>
        <p:nvGrpSpPr>
          <p:cNvPr id="96" name="组合"/>
          <p:cNvGrpSpPr>
            <a:grpSpLocks/>
          </p:cNvGrpSpPr>
          <p:nvPr/>
        </p:nvGrpSpPr>
        <p:grpSpPr>
          <a:xfrm>
            <a:off x="7448612" y="0"/>
            <a:ext cx="4743795" cy="6858466"/>
            <a:chOff x="7448612" y="0"/>
            <a:chExt cx="4743795" cy="6858466"/>
          </a:xfrm>
        </p:grpSpPr>
        <p:sp>
          <p:nvSpPr>
            <p:cNvPr id="87" name="曲线"/>
            <p:cNvSpPr>
              <a:spLocks/>
            </p:cNvSpPr>
            <p:nvPr/>
          </p:nvSpPr>
          <p:spPr>
            <a:xfrm rot="0">
              <a:off x="9377426" y="4825"/>
              <a:ext cx="1218564" cy="6853554"/>
            </a:xfrm>
            <a:custGeom>
              <a:gdLst>
                <a:gd name="T1" fmla="*/ 0 w 21600"/>
                <a:gd name="T2" fmla="*/ 0 h 21600"/>
                <a:gd name="T3" fmla="*/ 21600 w 21600"/>
                <a:gd name="T4" fmla="*/ 21600 h 21600"/>
              </a:gdLst>
              <a:rect l="T1" t="T2" r="T3" b="T4"/>
              <a:pathLst>
                <a:path w="21600" h="21600">
                  <a:moveTo>
                    <a:pt x="0" y="0"/>
                  </a:moveTo>
                  <a:lnTo>
                    <a:pt x="21596" y="21598"/>
                  </a:lnTo>
                </a:path>
              </a:pathLst>
            </a:custGeom>
            <a:noFill/>
            <a:ln w="9525" cmpd="sng" cap="flat">
              <a:solidFill>
                <a:srgbClr val="5FCAEE"/>
              </a:solidFill>
              <a:prstDash val="solid"/>
              <a:round/>
            </a:ln>
          </p:spPr>
        </p:sp>
        <p:sp>
          <p:nvSpPr>
            <p:cNvPr id="88" name="曲线"/>
            <p:cNvSpPr>
              <a:spLocks/>
            </p:cNvSpPr>
            <p:nvPr/>
          </p:nvSpPr>
          <p:spPr>
            <a:xfrm rot="0">
              <a:off x="7448612" y="3694896"/>
              <a:ext cx="4743450" cy="3163570"/>
            </a:xfrm>
            <a:custGeom>
              <a:gdLst>
                <a:gd name="T1" fmla="*/ 0 w 21600"/>
                <a:gd name="T2" fmla="*/ 0 h 21600"/>
                <a:gd name="T3" fmla="*/ 21600 w 21600"/>
                <a:gd name="T4" fmla="*/ 21600 h 21600"/>
              </a:gdLst>
              <a:rect l="T1" t="T2" r="T3" b="T4"/>
              <a:pathLst>
                <a:path w="21600" h="21600">
                  <a:moveTo>
                    <a:pt x="21599" y="0"/>
                  </a:moveTo>
                  <a:lnTo>
                    <a:pt x="0" y="21596"/>
                  </a:lnTo>
                </a:path>
              </a:pathLst>
            </a:custGeom>
            <a:noFill/>
            <a:ln w="9525" cmpd="sng" cap="flat">
              <a:solidFill>
                <a:srgbClr val="5FCAEE"/>
              </a:solidFill>
              <a:prstDash val="solid"/>
              <a:round/>
            </a:ln>
          </p:spPr>
        </p:sp>
        <p:sp>
          <p:nvSpPr>
            <p:cNvPr id="89" name="曲线"/>
            <p:cNvSpPr>
              <a:spLocks/>
            </p:cNvSpPr>
            <p:nvPr/>
          </p:nvSpPr>
          <p:spPr>
            <a:xfrm rot="0">
              <a:off x="9182100" y="0"/>
              <a:ext cx="3009899" cy="6858000"/>
            </a:xfrm>
            <a:custGeom>
              <a:gdLst>
                <a:gd name="T1" fmla="*/ 0 w 21600"/>
                <a:gd name="T2" fmla="*/ 0 h 21600"/>
                <a:gd name="T3" fmla="*/ 21600 w 21600"/>
                <a:gd name="T4" fmla="*/ 21600 h 21600"/>
              </a:gd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mpd="sng" cap="flat">
              <a:noFill/>
              <a:prstDash val="solid"/>
              <a:round/>
            </a:ln>
          </p:spPr>
        </p:sp>
        <p:sp>
          <p:nvSpPr>
            <p:cNvPr id="90" name="曲线"/>
            <p:cNvSpPr>
              <a:spLocks/>
            </p:cNvSpPr>
            <p:nvPr/>
          </p:nvSpPr>
          <p:spPr>
            <a:xfrm rot="0">
              <a:off x="9602878" y="0"/>
              <a:ext cx="2589529" cy="6858000"/>
            </a:xfrm>
            <a:custGeom>
              <a:gdLst>
                <a:gd name="T1" fmla="*/ 0 w 21600"/>
                <a:gd name="T2" fmla="*/ 0 h 21600"/>
                <a:gd name="T3" fmla="*/ 21600 w 21600"/>
                <a:gd name="T4" fmla="*/ 21600 h 21600"/>
              </a:gd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mpd="sng" cap="flat">
              <a:noFill/>
              <a:prstDash val="solid"/>
              <a:round/>
            </a:ln>
          </p:spPr>
        </p:sp>
        <p:sp>
          <p:nvSpPr>
            <p:cNvPr id="91" name="曲线"/>
            <p:cNvSpPr>
              <a:spLocks/>
            </p:cNvSpPr>
            <p:nvPr/>
          </p:nvSpPr>
          <p:spPr>
            <a:xfrm rot="0">
              <a:off x="8934450" y="3048000"/>
              <a:ext cx="3257550" cy="3810000"/>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5000"/>
              </a:srgbClr>
            </a:solidFill>
            <a:ln cmpd="sng" cap="flat">
              <a:noFill/>
              <a:prstDash val="solid"/>
              <a:round/>
            </a:ln>
          </p:spPr>
        </p:sp>
        <p:sp>
          <p:nvSpPr>
            <p:cNvPr id="92" name="曲线"/>
            <p:cNvSpPr>
              <a:spLocks/>
            </p:cNvSpPr>
            <p:nvPr/>
          </p:nvSpPr>
          <p:spPr>
            <a:xfrm rot="0">
              <a:off x="9337930" y="0"/>
              <a:ext cx="2854324" cy="6858000"/>
            </a:xfrm>
            <a:custGeom>
              <a:gdLst>
                <a:gd name="T1" fmla="*/ 0 w 21600"/>
                <a:gd name="T2" fmla="*/ 0 h 21600"/>
                <a:gd name="T3" fmla="*/ 21600 w 21600"/>
                <a:gd name="T4" fmla="*/ 21600 h 21600"/>
              </a:gdLst>
              <a:rect l="T1" t="T2" r="T3" b="T4"/>
              <a:pathLst>
                <a:path w="21600" h="21600">
                  <a:moveTo>
                    <a:pt x="21598" y="0"/>
                  </a:moveTo>
                  <a:lnTo>
                    <a:pt x="0" y="0"/>
                  </a:lnTo>
                  <a:lnTo>
                    <a:pt x="18691" y="21599"/>
                  </a:lnTo>
                  <a:lnTo>
                    <a:pt x="21598" y="21599"/>
                  </a:lnTo>
                  <a:lnTo>
                    <a:pt x="21598" y="0"/>
                  </a:lnTo>
                  <a:close/>
                </a:path>
              </a:pathLst>
            </a:custGeom>
            <a:solidFill>
              <a:srgbClr val="17AFE3">
                <a:alpha val="50000"/>
              </a:srgbClr>
            </a:solidFill>
            <a:ln cmpd="sng" cap="flat">
              <a:noFill/>
              <a:prstDash val="solid"/>
              <a:round/>
            </a:ln>
          </p:spPr>
        </p:sp>
        <p:sp>
          <p:nvSpPr>
            <p:cNvPr id="93" name="曲线"/>
            <p:cNvSpPr>
              <a:spLocks/>
            </p:cNvSpPr>
            <p:nvPr/>
          </p:nvSpPr>
          <p:spPr>
            <a:xfrm rot="0">
              <a:off x="10896601" y="0"/>
              <a:ext cx="1295400" cy="6858000"/>
            </a:xfrm>
            <a:custGeom>
              <a:gdLst>
                <a:gd name="T1" fmla="*/ 0 w 21600"/>
                <a:gd name="T2" fmla="*/ 0 h 21600"/>
                <a:gd name="T3" fmla="*/ 21600 w 21600"/>
                <a:gd name="T4" fmla="*/ 21600 h 21600"/>
              </a:gdLst>
              <a:rect l="T1" t="T2" r="T3" b="T4"/>
              <a:pathLst>
                <a:path w="21600" h="21600">
                  <a:moveTo>
                    <a:pt x="21599" y="0"/>
                  </a:moveTo>
                  <a:lnTo>
                    <a:pt x="17048" y="0"/>
                  </a:lnTo>
                  <a:lnTo>
                    <a:pt x="0" y="21599"/>
                  </a:lnTo>
                  <a:lnTo>
                    <a:pt x="21599" y="21599"/>
                  </a:lnTo>
                  <a:lnTo>
                    <a:pt x="21599" y="0"/>
                  </a:lnTo>
                  <a:close/>
                </a:path>
              </a:pathLst>
            </a:custGeom>
            <a:solidFill>
              <a:srgbClr val="2D83C3">
                <a:alpha val="70000"/>
              </a:srgbClr>
            </a:solidFill>
            <a:ln cmpd="sng" cap="flat">
              <a:noFill/>
              <a:prstDash val="solid"/>
              <a:round/>
            </a:ln>
          </p:spPr>
        </p:sp>
        <p:sp>
          <p:nvSpPr>
            <p:cNvPr id="94" name="曲线"/>
            <p:cNvSpPr>
              <a:spLocks/>
            </p:cNvSpPr>
            <p:nvPr/>
          </p:nvSpPr>
          <p:spPr>
            <a:xfrm rot="0">
              <a:off x="10936247" y="0"/>
              <a:ext cx="1256029" cy="6858000"/>
            </a:xfrm>
            <a:custGeom>
              <a:gdLst>
                <a:gd name="T1" fmla="*/ 0 w 21600"/>
                <a:gd name="T2" fmla="*/ 0 h 21600"/>
                <a:gd name="T3" fmla="*/ 21600 w 21600"/>
                <a:gd name="T4" fmla="*/ 21600 h 21600"/>
              </a:gdLst>
              <a:rect l="T1" t="T2" r="T3" b="T4"/>
              <a:pathLst>
                <a:path w="21600" h="21600">
                  <a:moveTo>
                    <a:pt x="21595" y="0"/>
                  </a:moveTo>
                  <a:lnTo>
                    <a:pt x="0" y="0"/>
                  </a:lnTo>
                  <a:lnTo>
                    <a:pt x="19166" y="21599"/>
                  </a:lnTo>
                  <a:lnTo>
                    <a:pt x="21595" y="21599"/>
                  </a:lnTo>
                  <a:lnTo>
                    <a:pt x="21595" y="0"/>
                  </a:lnTo>
                  <a:close/>
                </a:path>
              </a:pathLst>
            </a:custGeom>
            <a:solidFill>
              <a:srgbClr val="226192">
                <a:alpha val="80000"/>
              </a:srgbClr>
            </a:solidFill>
            <a:ln cmpd="sng" cap="flat">
              <a:noFill/>
              <a:prstDash val="solid"/>
              <a:round/>
            </a:ln>
          </p:spPr>
        </p:sp>
        <p:sp>
          <p:nvSpPr>
            <p:cNvPr id="95" name="曲线"/>
            <p:cNvSpPr>
              <a:spLocks/>
            </p:cNvSpPr>
            <p:nvPr/>
          </p:nvSpPr>
          <p:spPr>
            <a:xfrm rot="0">
              <a:off x="10372725" y="3590925"/>
              <a:ext cx="1819275" cy="3267075"/>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5000"/>
              </a:srgbClr>
            </a:solidFill>
            <a:ln cmpd="sng" cap="flat">
              <a:noFill/>
              <a:prstDash val="solid"/>
              <a:round/>
            </a:ln>
          </p:spPr>
        </p:sp>
      </p:grpSp>
      <p:sp>
        <p:nvSpPr>
          <p:cNvPr id="97" name="曲线"/>
          <p:cNvSpPr>
            <a:spLocks/>
          </p:cNvSpPr>
          <p:nvPr/>
        </p:nvSpPr>
        <p:spPr>
          <a:xfrm rot="0">
            <a:off x="0" y="4010025"/>
            <a:ext cx="447674" cy="2847975"/>
          </a:xfrm>
          <a:custGeom>
            <a:gdLst>
              <a:gd name="T1" fmla="*/ 0 w 21600"/>
              <a:gd name="T2" fmla="*/ 0 h 21600"/>
              <a:gd name="T3" fmla="*/ 21600 w 21600"/>
              <a:gd name="T4" fmla="*/ 21600 h 21600"/>
            </a:gdLst>
            <a:rect l="T1" t="T2" r="T3" b="T4"/>
            <a:pathLst>
              <a:path w="21600" h="21600">
                <a:moveTo>
                  <a:pt x="0" y="0"/>
                </a:moveTo>
                <a:lnTo>
                  <a:pt x="0" y="21600"/>
                </a:lnTo>
                <a:lnTo>
                  <a:pt x="21600" y="21600"/>
                </a:lnTo>
                <a:lnTo>
                  <a:pt x="0" y="0"/>
                </a:lnTo>
                <a:close/>
              </a:path>
            </a:pathLst>
          </a:custGeom>
          <a:solidFill>
            <a:srgbClr val="5FCAEE">
              <a:alpha val="70000"/>
            </a:srgbClr>
          </a:solidFill>
          <a:ln cmpd="sng" cap="flat">
            <a:noFill/>
            <a:prstDash val="solid"/>
            <a:round/>
          </a:ln>
        </p:spPr>
      </p:sp>
      <p:sp>
        <p:nvSpPr>
          <p:cNvPr id="98" name="矩形"/>
          <p:cNvSpPr>
            <a:spLocks/>
          </p:cNvSpPr>
          <p:nvPr/>
        </p:nvSpPr>
        <p:spPr>
          <a:xfrm rot="0">
            <a:off x="752474" y="6486037"/>
            <a:ext cx="1773555" cy="186213"/>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15000"/>
              </a:lnSpc>
              <a:spcBef>
                <a:spcPts val="0"/>
              </a:spcBef>
              <a:spcAft>
                <a:spcPts val="0"/>
              </a:spcAft>
              <a:buNone/>
            </a:pPr>
            <a:r>
              <a:rPr lang="en-US" altLang="zh-CN" sz="1100" b="0" i="0" u="none" strike="noStrike" kern="0" cap="none" spc="0" baseline="0">
                <a:solidFill>
                  <a:srgbClr val="2D83C3"/>
                </a:solidFill>
                <a:latin typeface="Trebuchet MS" pitchFamily="0" charset="0"/>
                <a:ea typeface="Trebuchet MS" pitchFamily="0" charset="0"/>
                <a:cs typeface="Trebuchet MS" pitchFamily="0" charset="0"/>
                <a:sym typeface="Trebuchet MS" pitchFamily="0" charset="0"/>
              </a:rPr>
              <a:t>3/21/2024  </a:t>
            </a:r>
            <a:r>
              <a:rPr lang="en-US" altLang="zh-CN" sz="1100" b="1" i="0" u="none" strike="noStrike" kern="0" cap="none" spc="0" baseline="0">
                <a:solidFill>
                  <a:srgbClr val="2D83C3"/>
                </a:solidFill>
                <a:latin typeface="Trebuchet MS" pitchFamily="0" charset="0"/>
                <a:ea typeface="Trebuchet MS" pitchFamily="0" charset="0"/>
                <a:cs typeface="Trebuchet MS" pitchFamily="0" charset="0"/>
                <a:sym typeface="Trebuchet MS" pitchFamily="0" charset="0"/>
              </a:rPr>
              <a:t>Annual Review</a:t>
            </a:r>
            <a:endParaRPr lang="zh-CN" altLang="en-US" sz="1100" b="0"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sp>
        <p:nvSpPr>
          <p:cNvPr id="99" name="曲线"/>
          <p:cNvSpPr>
            <a:spLocks/>
          </p:cNvSpPr>
          <p:nvPr/>
        </p:nvSpPr>
        <p:spPr>
          <a:xfrm rot="0">
            <a:off x="7362825" y="447674"/>
            <a:ext cx="361950" cy="361950"/>
          </a:xfrm>
          <a:custGeom>
            <a:gdLst>
              <a:gd name="T1" fmla="*/ 0 w 21600"/>
              <a:gd name="T2" fmla="*/ 0 h 21600"/>
              <a:gd name="T3" fmla="*/ 21600 w 21600"/>
              <a:gd name="T4" fmla="*/ 21600 h 21600"/>
            </a:gdLst>
            <a:rect l="T1" t="T2" r="T3" b="T4"/>
            <a:pathLst>
              <a:path w="21600" h="21600">
                <a:moveTo>
                  <a:pt x="10800" y="0"/>
                </a:moveTo>
                <a:lnTo>
                  <a:pt x="7928" y="385"/>
                </a:lnTo>
                <a:lnTo>
                  <a:pt x="5349" y="1474"/>
                </a:lnTo>
                <a:lnTo>
                  <a:pt x="3163" y="3163"/>
                </a:lnTo>
                <a:lnTo>
                  <a:pt x="1474" y="5349"/>
                </a:lnTo>
                <a:lnTo>
                  <a:pt x="385" y="7928"/>
                </a:lnTo>
                <a:lnTo>
                  <a:pt x="0" y="10800"/>
                </a:lnTo>
                <a:lnTo>
                  <a:pt x="385" y="13671"/>
                </a:lnTo>
                <a:lnTo>
                  <a:pt x="1474" y="16250"/>
                </a:lnTo>
                <a:lnTo>
                  <a:pt x="3163" y="18436"/>
                </a:lnTo>
                <a:lnTo>
                  <a:pt x="5349" y="20125"/>
                </a:lnTo>
                <a:lnTo>
                  <a:pt x="7928" y="21214"/>
                </a:lnTo>
                <a:lnTo>
                  <a:pt x="10800" y="21600"/>
                </a:lnTo>
                <a:lnTo>
                  <a:pt x="13671" y="21214"/>
                </a:lnTo>
                <a:lnTo>
                  <a:pt x="16250" y="20125"/>
                </a:lnTo>
                <a:lnTo>
                  <a:pt x="18436" y="18436"/>
                </a:lnTo>
                <a:lnTo>
                  <a:pt x="20125" y="16250"/>
                </a:lnTo>
                <a:lnTo>
                  <a:pt x="21214" y="13671"/>
                </a:lnTo>
                <a:lnTo>
                  <a:pt x="21600" y="10800"/>
                </a:lnTo>
                <a:lnTo>
                  <a:pt x="21214" y="7928"/>
                </a:lnTo>
                <a:lnTo>
                  <a:pt x="20125" y="5349"/>
                </a:lnTo>
                <a:lnTo>
                  <a:pt x="18436" y="3163"/>
                </a:lnTo>
                <a:lnTo>
                  <a:pt x="16250" y="1474"/>
                </a:lnTo>
                <a:lnTo>
                  <a:pt x="13671" y="385"/>
                </a:lnTo>
                <a:lnTo>
                  <a:pt x="10800" y="0"/>
                </a:lnTo>
                <a:close/>
              </a:path>
            </a:pathLst>
          </a:custGeom>
          <a:solidFill>
            <a:srgbClr val="EBEBEB"/>
          </a:solidFill>
          <a:ln cmpd="sng" cap="flat">
            <a:noFill/>
            <a:prstDash val="solid"/>
            <a:round/>
          </a:ln>
        </p:spPr>
      </p:sp>
      <p:sp>
        <p:nvSpPr>
          <p:cNvPr id="100" name="曲线"/>
          <p:cNvSpPr>
            <a:spLocks/>
          </p:cNvSpPr>
          <p:nvPr/>
        </p:nvSpPr>
        <p:spPr>
          <a:xfrm rot="0">
            <a:off x="11010900" y="5610225"/>
            <a:ext cx="647699" cy="647700"/>
          </a:xfrm>
          <a:custGeom>
            <a:gdLst>
              <a:gd name="T1" fmla="*/ 0 w 21600"/>
              <a:gd name="T2" fmla="*/ 0 h 21600"/>
              <a:gd name="T3" fmla="*/ 21600 w 21600"/>
              <a:gd name="T4" fmla="*/ 21600 h 21600"/>
            </a:gdLst>
            <a:rect l="T1" t="T2" r="T3" b="T4"/>
            <a:pathLst>
              <a:path w="21600" h="21600">
                <a:moveTo>
                  <a:pt x="10800" y="0"/>
                </a:moveTo>
                <a:lnTo>
                  <a:pt x="9204" y="117"/>
                </a:lnTo>
                <a:lnTo>
                  <a:pt x="7681" y="457"/>
                </a:lnTo>
                <a:lnTo>
                  <a:pt x="6247" y="1003"/>
                </a:lnTo>
                <a:lnTo>
                  <a:pt x="4919" y="1739"/>
                </a:lnTo>
                <a:lnTo>
                  <a:pt x="3714" y="2649"/>
                </a:lnTo>
                <a:lnTo>
                  <a:pt x="2649" y="3714"/>
                </a:lnTo>
                <a:lnTo>
                  <a:pt x="1740" y="4919"/>
                </a:lnTo>
                <a:lnTo>
                  <a:pt x="1003" y="6247"/>
                </a:lnTo>
                <a:lnTo>
                  <a:pt x="457" y="7680"/>
                </a:lnTo>
                <a:lnTo>
                  <a:pt x="117" y="9204"/>
                </a:lnTo>
                <a:lnTo>
                  <a:pt x="0" y="10800"/>
                </a:lnTo>
                <a:lnTo>
                  <a:pt x="117" y="12395"/>
                </a:lnTo>
                <a:lnTo>
                  <a:pt x="457" y="13919"/>
                </a:lnTo>
                <a:lnTo>
                  <a:pt x="1003" y="15352"/>
                </a:lnTo>
                <a:lnTo>
                  <a:pt x="1740" y="16680"/>
                </a:lnTo>
                <a:lnTo>
                  <a:pt x="2649" y="17885"/>
                </a:lnTo>
                <a:lnTo>
                  <a:pt x="3714" y="18950"/>
                </a:lnTo>
                <a:lnTo>
                  <a:pt x="4919" y="19859"/>
                </a:lnTo>
                <a:lnTo>
                  <a:pt x="6247" y="20596"/>
                </a:lnTo>
                <a:lnTo>
                  <a:pt x="7681" y="21142"/>
                </a:lnTo>
                <a:lnTo>
                  <a:pt x="9204" y="21482"/>
                </a:lnTo>
                <a:lnTo>
                  <a:pt x="10800" y="21600"/>
                </a:lnTo>
                <a:lnTo>
                  <a:pt x="12395" y="21482"/>
                </a:lnTo>
                <a:lnTo>
                  <a:pt x="13918" y="21142"/>
                </a:lnTo>
                <a:lnTo>
                  <a:pt x="15352" y="20596"/>
                </a:lnTo>
                <a:lnTo>
                  <a:pt x="16680" y="19859"/>
                </a:lnTo>
                <a:lnTo>
                  <a:pt x="17885" y="18950"/>
                </a:lnTo>
                <a:lnTo>
                  <a:pt x="18950" y="17885"/>
                </a:lnTo>
                <a:lnTo>
                  <a:pt x="19859" y="16680"/>
                </a:lnTo>
                <a:lnTo>
                  <a:pt x="20595" y="15352"/>
                </a:lnTo>
                <a:lnTo>
                  <a:pt x="21142" y="13919"/>
                </a:lnTo>
                <a:lnTo>
                  <a:pt x="21482" y="12395"/>
                </a:lnTo>
                <a:lnTo>
                  <a:pt x="21600" y="10800"/>
                </a:lnTo>
                <a:lnTo>
                  <a:pt x="21482" y="9204"/>
                </a:lnTo>
                <a:lnTo>
                  <a:pt x="21142" y="7680"/>
                </a:lnTo>
                <a:lnTo>
                  <a:pt x="20595" y="6247"/>
                </a:lnTo>
                <a:lnTo>
                  <a:pt x="19859" y="4919"/>
                </a:lnTo>
                <a:lnTo>
                  <a:pt x="18950" y="3714"/>
                </a:lnTo>
                <a:lnTo>
                  <a:pt x="17885" y="2649"/>
                </a:lnTo>
                <a:lnTo>
                  <a:pt x="16680" y="1739"/>
                </a:lnTo>
                <a:lnTo>
                  <a:pt x="15352" y="1003"/>
                </a:lnTo>
                <a:lnTo>
                  <a:pt x="13918" y="457"/>
                </a:lnTo>
                <a:lnTo>
                  <a:pt x="12395" y="117"/>
                </a:lnTo>
                <a:lnTo>
                  <a:pt x="10800" y="0"/>
                </a:lnTo>
                <a:close/>
              </a:path>
            </a:pathLst>
          </a:custGeom>
          <a:solidFill>
            <a:srgbClr val="2D83C3"/>
          </a:solidFill>
          <a:ln cmpd="sng" cap="flat">
            <a:noFill/>
            <a:prstDash val="solid"/>
            <a:round/>
          </a:ln>
        </p:spPr>
      </p:sp>
      <p:pic>
        <p:nvPicPr>
          <p:cNvPr id="101" name="图片"/>
          <p:cNvPicPr>
            <a:picLocks/>
          </p:cNvPicPr>
          <p:nvPr/>
        </p:nvPicPr>
        <p:blipFill>
          <a:blip r:embed="rId1" cstate="print"/>
          <a:stretch>
            <a:fillRect/>
          </a:stretch>
        </p:blipFill>
        <p:spPr>
          <a:xfrm rot="0">
            <a:off x="10687050" y="6134100"/>
            <a:ext cx="247649" cy="247650"/>
          </a:xfrm>
          <a:prstGeom prst="rect"/>
          <a:noFill/>
          <a:ln w="12700" cmpd="sng" cap="flat">
            <a:noFill/>
            <a:prstDash val="solid"/>
            <a:round/>
          </a:ln>
        </p:spPr>
      </p:pic>
      <p:grpSp>
        <p:nvGrpSpPr>
          <p:cNvPr id="104" name="组合"/>
          <p:cNvGrpSpPr>
            <a:grpSpLocks/>
          </p:cNvGrpSpPr>
          <p:nvPr/>
        </p:nvGrpSpPr>
        <p:grpSpPr>
          <a:xfrm>
            <a:off x="47625" y="3819523"/>
            <a:ext cx="4124324" cy="3009897"/>
            <a:chOff x="47625" y="3819523"/>
            <a:chExt cx="4124324" cy="3009897"/>
          </a:xfrm>
        </p:grpSpPr>
        <p:pic>
          <p:nvPicPr>
            <p:cNvPr id="102" name="图片"/>
            <p:cNvPicPr>
              <a:picLocks/>
            </p:cNvPicPr>
            <p:nvPr/>
          </p:nvPicPr>
          <p:blipFill>
            <a:blip r:embed="rId2" cstate="print"/>
            <a:stretch>
              <a:fillRect/>
            </a:stretch>
          </p:blipFill>
          <p:spPr>
            <a:xfrm rot="0">
              <a:off x="466725" y="6410325"/>
              <a:ext cx="3705224" cy="295275"/>
            </a:xfrm>
            <a:prstGeom prst="rect"/>
            <a:noFill/>
            <a:ln w="12700" cmpd="sng" cap="flat">
              <a:noFill/>
              <a:prstDash val="solid"/>
              <a:round/>
            </a:ln>
          </p:spPr>
        </p:pic>
        <p:pic>
          <p:nvPicPr>
            <p:cNvPr id="103" name="图片"/>
            <p:cNvPicPr>
              <a:picLocks/>
            </p:cNvPicPr>
            <p:nvPr/>
          </p:nvPicPr>
          <p:blipFill>
            <a:blip r:embed="rId3" cstate="print"/>
            <a:stretch>
              <a:fillRect/>
            </a:stretch>
          </p:blipFill>
          <p:spPr>
            <a:xfrm rot="0">
              <a:off x="47625" y="3819523"/>
              <a:ext cx="1733550" cy="3009897"/>
            </a:xfrm>
            <a:prstGeom prst="rect"/>
            <a:noFill/>
            <a:ln w="12700" cmpd="sng" cap="flat">
              <a:noFill/>
              <a:prstDash val="solid"/>
              <a:round/>
            </a:ln>
          </p:spPr>
        </p:pic>
      </p:grpSp>
      <p:sp>
        <p:nvSpPr>
          <p:cNvPr id="105" name="文本框"/>
          <p:cNvSpPr>
            <a:spLocks noGrp="1"/>
          </p:cNvSpPr>
          <p:nvPr>
            <p:ph type="title"/>
          </p:nvPr>
        </p:nvSpPr>
        <p:spPr>
          <a:xfrm rot="0">
            <a:off x="739774" y="445387"/>
            <a:ext cx="2357120" cy="737225"/>
          </a:xfrm>
          <a:prstGeom prst="rect"/>
          <a:noFill/>
          <a:ln w="12700" cmpd="sng" cap="flat">
            <a:noFill/>
            <a:prstDash val="solid"/>
            <a:round/>
          </a:ln>
        </p:spPr>
        <p:txBody>
          <a:bodyPr vert="horz" wrap="square" lIns="0" tIns="13325" rIns="0" bIns="0" anchor="t" anchorCtr="0">
            <a:prstTxWarp prst="textNoShape"/>
            <a:spAutoFit/>
          </a:bodyPr>
          <a:lstStyle/>
          <a:p>
            <a:pPr marL="12700" indent="0" algn="l">
              <a:lnSpc>
                <a:spcPct val="100000"/>
              </a:lnSpc>
              <a:spcBef>
                <a:spcPts val="0"/>
              </a:spcBef>
              <a:spcAft>
                <a:spcPts val="0"/>
              </a:spcAft>
              <a:buNone/>
            </a:pPr>
            <a:r>
              <a:rPr lang="en-US" altLang="zh-CN" sz="48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AGENDA</a:t>
            </a:r>
            <a:endParaRPr lang="zh-CN" altLang="en-US" sz="48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sp>
        <p:nvSpPr>
          <p:cNvPr id="106" name="文本框"/>
          <p:cNvSpPr>
            <a:spLocks noGrp="1"/>
          </p:cNvSpPr>
          <p:nvPr>
            <p:ph type="sldNum"/>
          </p:nvPr>
        </p:nvSpPr>
        <p:spPr>
          <a:xfrm rot="0">
            <a:off x="11353418" y="6473336"/>
            <a:ext cx="151129" cy="168899"/>
          </a:xfrm>
          <a:prstGeom prst="rect"/>
          <a:noFill/>
          <a:ln cmpd="sng" cap="flat">
            <a:noFill/>
            <a:prstDash val="solid"/>
            <a:round/>
          </a:ln>
        </p:spPr>
        <p:txBody>
          <a:bodyPr vert="horz" wrap="square" lIns="0" tIns="6974" rIns="0" bIns="0" anchor="t" anchorCtr="0">
            <a:prstTxWarp prst="textNoShape"/>
            <a:spAutoFit/>
          </a:bodyPr>
          <a:lstStyle/>
          <a:p>
            <a:pPr marL="38100" indent="0" algn="l">
              <a:lnSpc>
                <a:spcPct val="100000"/>
              </a:lnSpc>
              <a:spcBef>
                <a:spcPts val="0"/>
              </a:spcBef>
              <a:spcAft>
                <a:spcPts val="0"/>
              </a:spcAft>
              <a:buNone/>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3</a:t>
            </a:fld>
            <a:endParaRPr lang="zh-CN" altLang="en-US"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endParaRPr>
          </a:p>
        </p:txBody>
      </p:sp>
      <p:sp>
        <p:nvSpPr>
          <p:cNvPr id="107" name="矩形"/>
          <p:cNvSpPr>
            <a:spLocks/>
          </p:cNvSpPr>
          <p:nvPr/>
        </p:nvSpPr>
        <p:spPr>
          <a:xfrm rot="0">
            <a:off x="2509806" y="1041533"/>
            <a:ext cx="5029200" cy="437765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endPar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endParaRPr>
          </a:p>
          <a:p>
            <a:pPr marL="0" indent="-177800" algn="l">
              <a:lnSpc>
                <a:spcPct val="100000"/>
              </a:lnSpc>
              <a:spcBef>
                <a:spcPts val="0"/>
              </a:spcBef>
              <a:spcAft>
                <a:spcPts val="0"/>
              </a:spcAft>
              <a:buClr>
                <a:srgbClr val="0D0D0D"/>
              </a:buClr>
              <a:buSzPts val="2800"/>
              <a:buFontTx/>
              <a:buAutoNum type="arabicPeriod"/>
            </a:pPr>
            <a:r>
              <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Problem Statement</a:t>
            </a:r>
            <a:endPar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endParaRPr>
          </a:p>
          <a:p>
            <a:pPr marL="0" indent="-177800" algn="l">
              <a:lnSpc>
                <a:spcPct val="100000"/>
              </a:lnSpc>
              <a:spcBef>
                <a:spcPts val="0"/>
              </a:spcBef>
              <a:spcAft>
                <a:spcPts val="0"/>
              </a:spcAft>
              <a:buClr>
                <a:srgbClr val="0D0D0D"/>
              </a:buClr>
              <a:buSzPts val="2800"/>
              <a:buFontTx/>
              <a:buAutoNum type="arabicPeriod"/>
            </a:pPr>
            <a:r>
              <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Project Overview</a:t>
            </a:r>
            <a:endPar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endParaRPr>
          </a:p>
          <a:p>
            <a:pPr marL="0" indent="-177800" algn="l">
              <a:lnSpc>
                <a:spcPct val="100000"/>
              </a:lnSpc>
              <a:spcBef>
                <a:spcPts val="0"/>
              </a:spcBef>
              <a:spcAft>
                <a:spcPts val="0"/>
              </a:spcAft>
              <a:buClr>
                <a:srgbClr val="0D0D0D"/>
              </a:buClr>
              <a:buSzPts val="2800"/>
              <a:buFontTx/>
              <a:buAutoNum type="arabicPeriod"/>
            </a:pPr>
            <a:r>
              <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End Users</a:t>
            </a:r>
            <a:endPar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endParaRPr>
          </a:p>
          <a:p>
            <a:pPr marL="0" indent="-177800" algn="l">
              <a:lnSpc>
                <a:spcPct val="100000"/>
              </a:lnSpc>
              <a:spcBef>
                <a:spcPts val="0"/>
              </a:spcBef>
              <a:spcAft>
                <a:spcPts val="0"/>
              </a:spcAft>
              <a:buClr>
                <a:srgbClr val="0D0D0D"/>
              </a:buClr>
              <a:buSzPts val="2800"/>
              <a:buFontTx/>
              <a:buAutoNum type="arabicPeriod"/>
            </a:pPr>
            <a:r>
              <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Our Solution and Proposition</a:t>
            </a:r>
            <a:endPar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endParaRPr>
          </a:p>
          <a:p>
            <a:pPr marL="0" indent="-177800" algn="l">
              <a:lnSpc>
                <a:spcPct val="100000"/>
              </a:lnSpc>
              <a:spcBef>
                <a:spcPts val="0"/>
              </a:spcBef>
              <a:spcAft>
                <a:spcPts val="0"/>
              </a:spcAft>
              <a:buClr>
                <a:srgbClr val="0D0D0D"/>
              </a:buClr>
              <a:buSzPts val="2800"/>
              <a:buFontTx/>
              <a:buAutoNum type="arabicPeriod"/>
            </a:pPr>
            <a:r>
              <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Dataset Description</a:t>
            </a:r>
            <a:endPar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endParaRPr>
          </a:p>
          <a:p>
            <a:pPr marL="0" indent="-177800" algn="l">
              <a:lnSpc>
                <a:spcPct val="100000"/>
              </a:lnSpc>
              <a:spcBef>
                <a:spcPts val="0"/>
              </a:spcBef>
              <a:spcAft>
                <a:spcPts val="0"/>
              </a:spcAft>
              <a:buClr>
                <a:srgbClr val="0D0D0D"/>
              </a:buClr>
              <a:buSzPts val="2800"/>
              <a:buFontTx/>
              <a:buAutoNum type="arabicPeriod"/>
            </a:pPr>
            <a:r>
              <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Modelling Approach</a:t>
            </a:r>
            <a:endPar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endParaRPr>
          </a:p>
          <a:p>
            <a:pPr marL="0" indent="-177800" algn="l">
              <a:lnSpc>
                <a:spcPct val="100000"/>
              </a:lnSpc>
              <a:spcBef>
                <a:spcPts val="0"/>
              </a:spcBef>
              <a:spcAft>
                <a:spcPts val="0"/>
              </a:spcAft>
              <a:buClr>
                <a:srgbClr val="0D0D0D"/>
              </a:buClr>
              <a:buSzPts val="2800"/>
              <a:buFontTx/>
              <a:buAutoNum type="arabicPeriod"/>
            </a:pPr>
            <a:r>
              <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Results and </a:t>
            </a:r>
            <a:r>
              <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Discussion</a:t>
            </a:r>
            <a:endPar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endParaRPr>
          </a:p>
          <a:p>
            <a:pPr marL="0" indent="-177800" algn="l">
              <a:lnSpc>
                <a:spcPct val="100000"/>
              </a:lnSpc>
              <a:spcBef>
                <a:spcPts val="0"/>
              </a:spcBef>
              <a:spcAft>
                <a:spcPts val="0"/>
              </a:spcAft>
              <a:buClr>
                <a:srgbClr val="0D0D0D"/>
              </a:buClr>
              <a:buSzPts val="2800"/>
              <a:buFontTx/>
              <a:buAutoNum type="arabicPeriod"/>
            </a:pPr>
            <a:r>
              <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Conclusion</a:t>
            </a:r>
            <a:endPar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endParaRPr>
          </a:p>
          <a:p>
            <a:pPr marL="0" indent="0" algn="l">
              <a:lnSpc>
                <a:spcPct val="100000"/>
              </a:lnSpc>
              <a:spcBef>
                <a:spcPts val="0"/>
              </a:spcBef>
              <a:spcAft>
                <a:spcPts val="0"/>
              </a:spcAft>
              <a:buNone/>
            </a:pPr>
            <a:endParaRPr lang="zh-CN" altLang="en-US" sz="28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endParaRPr>
          </a:p>
        </p:txBody>
      </p:sp>
    </p:spTree>
    <p:extLst>
      <p:ext uri="{BB962C8B-B14F-4D97-AF65-F5344CB8AC3E}">
        <p14:creationId xmlns:p14="http://schemas.microsoft.com/office/powerpoint/2010/main" val="130765638"/>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grpSp>
        <p:nvGrpSpPr>
          <p:cNvPr id="113" name="组合"/>
          <p:cNvGrpSpPr>
            <a:grpSpLocks/>
          </p:cNvGrpSpPr>
          <p:nvPr/>
        </p:nvGrpSpPr>
        <p:grpSpPr>
          <a:xfrm>
            <a:off x="7991475" y="2933700"/>
            <a:ext cx="2762249" cy="3257550"/>
            <a:chOff x="7991475" y="2933700"/>
            <a:chExt cx="2762249" cy="3257550"/>
          </a:xfrm>
        </p:grpSpPr>
        <p:sp>
          <p:nvSpPr>
            <p:cNvPr id="110"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round/>
            </a:ln>
          </p:spPr>
        </p:sp>
        <p:sp>
          <p:nvSpPr>
            <p:cNvPr id="111"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round/>
            </a:ln>
          </p:spPr>
        </p:sp>
        <p:pic>
          <p:nvPicPr>
            <p:cNvPr id="112" name="图片"/>
            <p:cNvPicPr>
              <a:picLocks/>
            </p:cNvPicPr>
            <p:nvPr/>
          </p:nvPicPr>
          <p:blipFill>
            <a:blip r:embed="rId1" cstate="print"/>
            <a:stretch>
              <a:fillRect/>
            </a:stretch>
          </p:blipFill>
          <p:spPr>
            <a:xfrm rot="0">
              <a:off x="7991475" y="2933700"/>
              <a:ext cx="2762249" cy="3257550"/>
            </a:xfrm>
            <a:prstGeom prst="rect"/>
            <a:noFill/>
            <a:ln w="12700" cmpd="sng" cap="flat">
              <a:noFill/>
              <a:prstDash val="solid"/>
              <a:round/>
            </a:ln>
          </p:spPr>
        </p:pic>
      </p:grpSp>
      <p:sp>
        <p:nvSpPr>
          <p:cNvPr id="114" name="曲线"/>
          <p:cNvSpPr>
            <a:spLocks/>
          </p:cNvSpPr>
          <p:nvPr/>
        </p:nvSpPr>
        <p:spPr>
          <a:xfrm rot="0">
            <a:off x="7834311" y="1676400"/>
            <a:ext cx="314324" cy="32385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83C3"/>
          </a:solidFill>
          <a:ln cmpd="sng" cap="flat">
            <a:noFill/>
            <a:prstDash val="solid"/>
            <a:round/>
          </a:ln>
        </p:spPr>
      </p:sp>
      <p:sp>
        <p:nvSpPr>
          <p:cNvPr id="115" name="文本框"/>
          <p:cNvSpPr>
            <a:spLocks noGrp="1"/>
          </p:cNvSpPr>
          <p:nvPr>
            <p:ph type="title"/>
          </p:nvPr>
        </p:nvSpPr>
        <p:spPr>
          <a:xfrm rot="0">
            <a:off x="834071" y="575055"/>
            <a:ext cx="5636895" cy="664200"/>
          </a:xfrm>
          <a:prstGeom prst="rect"/>
          <a:noFill/>
          <a:ln w="12700" cmpd="sng" cap="flat">
            <a:noFill/>
            <a:prstDash val="solid"/>
            <a:round/>
          </a:ln>
        </p:spPr>
        <p:txBody>
          <a:bodyPr vert="horz" wrap="square" lIns="0" tIns="16500" rIns="0" bIns="0" anchor="t" anchorCtr="0">
            <a:prstTxWarp prst="textNoShape"/>
            <a:spAutoFit/>
          </a:bodyPr>
          <a:lstStyle/>
          <a:p>
            <a:pPr marL="12700" indent="0" algn="l">
              <a:lnSpc>
                <a:spcPct val="100000"/>
              </a:lnSpc>
              <a:spcBef>
                <a:spcPts val="0"/>
              </a:spcBef>
              <a:spcAft>
                <a:spcPts val="0"/>
              </a:spcAft>
              <a:buNone/>
            </a:pPr>
            <a:r>
              <a:rPr lang="en-US" altLang="zh-CN" sz="425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PROBLEM	STATEMENT</a:t>
            </a:r>
            <a:endParaRPr lang="zh-CN" altLang="en-US" sz="425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pic>
        <p:nvPicPr>
          <p:cNvPr id="116" name="图片"/>
          <p:cNvPicPr>
            <a:picLocks/>
          </p:cNvPicPr>
          <p:nvPr/>
        </p:nvPicPr>
        <p:blipFill>
          <a:blip r:embed="rId2" cstate="print"/>
          <a:stretch>
            <a:fillRect/>
          </a:stretch>
        </p:blipFill>
        <p:spPr>
          <a:xfrm rot="0">
            <a:off x="676275" y="6467475"/>
            <a:ext cx="2143125" cy="200024"/>
          </a:xfrm>
          <a:prstGeom prst="rect"/>
          <a:noFill/>
          <a:ln w="12700" cmpd="sng" cap="flat">
            <a:noFill/>
            <a:prstDash val="solid"/>
            <a:round/>
          </a:ln>
        </p:spPr>
      </p:pic>
      <p:sp>
        <p:nvSpPr>
          <p:cNvPr id="117" name="文本框"/>
          <p:cNvSpPr>
            <a:spLocks noGrp="1"/>
          </p:cNvSpPr>
          <p:nvPr>
            <p:ph type="sldNum"/>
          </p:nvPr>
        </p:nvSpPr>
        <p:spPr>
          <a:xfrm rot="0">
            <a:off x="11353418" y="6473336"/>
            <a:ext cx="151129" cy="168899"/>
          </a:xfrm>
          <a:prstGeom prst="rect"/>
          <a:noFill/>
          <a:ln cmpd="sng" cap="flat">
            <a:noFill/>
            <a:prstDash val="solid"/>
            <a:round/>
          </a:ln>
        </p:spPr>
        <p:txBody>
          <a:bodyPr vert="horz" wrap="square" lIns="0" tIns="6974" rIns="0" bIns="0" anchor="t" anchorCtr="0">
            <a:prstTxWarp prst="textNoShape"/>
            <a:spAutoFit/>
          </a:bodyPr>
          <a:lstStyle/>
          <a:p>
            <a:pPr marL="38100" indent="0" algn="l">
              <a:lnSpc>
                <a:spcPct val="100000"/>
              </a:lnSpc>
              <a:spcBef>
                <a:spcPts val="0"/>
              </a:spcBef>
              <a:spcAft>
                <a:spcPts val="0"/>
              </a:spcAft>
              <a:buNone/>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4</a:t>
            </a:fld>
            <a:endParaRPr lang="zh-CN" altLang="en-US"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endParaRPr>
          </a:p>
        </p:txBody>
      </p:sp>
      <p:sp>
        <p:nvSpPr>
          <p:cNvPr id="118" name="矩形"/>
          <p:cNvSpPr>
            <a:spLocks/>
          </p:cNvSpPr>
          <p:nvPr/>
        </p:nvSpPr>
        <p:spPr>
          <a:xfrm rot="0">
            <a:off x="478601" y="1838325"/>
            <a:ext cx="6812785" cy="153920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r>
              <a:rPr lang="en-US" altLang="zh-CN" sz="2400" b="1" i="0" u="none" strike="noStrike" kern="0" cap="none" spc="0" baseline="0">
                <a:solidFill>
                  <a:srgbClr val="000000"/>
                </a:solidFill>
                <a:latin typeface="Calibri" pitchFamily="0" charset="0"/>
                <a:ea typeface="Calibri" pitchFamily="0" charset="0"/>
                <a:cs typeface="Calibri" pitchFamily="0" charset="0"/>
                <a:sym typeface="Calibri" pitchFamily="0" charset="0"/>
              </a:rPr>
              <a:t>Employee performance is a critical factor influencing organizational success, requiring effective assessment and management strategies. Addressing performance issues promptly can enhance productivity and employee satisfaction</a:t>
            </a:r>
            <a:r>
              <a:rPr lang="en-US" altLang="zh-CN" sz="1800" b="1" i="0" u="none" strike="noStrike" kern="0" cap="none" spc="0" baseline="0">
                <a:solidFill>
                  <a:srgbClr val="000000"/>
                </a:solidFill>
                <a:latin typeface="Calibri" pitchFamily="0" charset="0"/>
                <a:ea typeface="Calibri" pitchFamily="0" charset="0"/>
                <a:cs typeface="Calibri" pitchFamily="0" charset="0"/>
                <a:sym typeface="Calibri" pitchFamily="0" charset="0"/>
              </a:rPr>
              <a:t>.</a:t>
            </a:r>
            <a:endParaRPr lang="zh-CN" altLang="en-US" sz="1800" b="1"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p:txBody>
      </p:sp>
      <p:sp>
        <p:nvSpPr>
          <p:cNvPr id="119" name="矩形"/>
          <p:cNvSpPr>
            <a:spLocks/>
          </p:cNvSpPr>
          <p:nvPr/>
        </p:nvSpPr>
        <p:spPr>
          <a:xfrm rot="0">
            <a:off x="478601" y="3851395"/>
            <a:ext cx="7162799" cy="190115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r>
              <a:rPr lang="en-US" altLang="zh-CN" sz="2400" b="1" i="0" u="none" strike="noStrike" kern="0" cap="none" spc="0" baseline="0">
                <a:solidFill>
                  <a:srgbClr val="000000"/>
                </a:solidFill>
                <a:latin typeface="Calibri" pitchFamily="0" charset="0"/>
                <a:ea typeface="Calibri" pitchFamily="0" charset="0"/>
                <a:cs typeface="Calibri" pitchFamily="0" charset="0"/>
                <a:sym typeface="Calibri" pitchFamily="0" charset="0"/>
              </a:rPr>
              <a:t>An employee dataset overview provides essential insights into workforce demographics, performance metrics, and engagement levels, crucial for optimizing human resource strategies. Proper analysis can reveal trends and gaps, aiding in targeted improvements.</a:t>
            </a:r>
            <a:endParaRPr lang="zh-CN" altLang="en-US" sz="2400" b="1"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2020568459"/>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grpSp>
        <p:nvGrpSpPr>
          <p:cNvPr id="125" name="组合"/>
          <p:cNvGrpSpPr>
            <a:grpSpLocks/>
          </p:cNvGrpSpPr>
          <p:nvPr/>
        </p:nvGrpSpPr>
        <p:grpSpPr>
          <a:xfrm>
            <a:off x="8658225" y="2647950"/>
            <a:ext cx="3533775" cy="3810000"/>
            <a:chOff x="8658225" y="2647950"/>
            <a:chExt cx="3533775" cy="3810000"/>
          </a:xfrm>
        </p:grpSpPr>
        <p:sp>
          <p:nvSpPr>
            <p:cNvPr id="122"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round/>
            </a:ln>
          </p:spPr>
        </p:sp>
        <p:sp>
          <p:nvSpPr>
            <p:cNvPr id="123"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round/>
            </a:ln>
          </p:spPr>
        </p:sp>
        <p:pic>
          <p:nvPicPr>
            <p:cNvPr id="124" name="图片"/>
            <p:cNvPicPr>
              <a:picLocks/>
            </p:cNvPicPr>
            <p:nvPr/>
          </p:nvPicPr>
          <p:blipFill>
            <a:blip r:embed="rId1" cstate="print"/>
            <a:stretch>
              <a:fillRect/>
            </a:stretch>
          </p:blipFill>
          <p:spPr>
            <a:xfrm rot="0">
              <a:off x="8658225" y="2647950"/>
              <a:ext cx="3533775" cy="3810000"/>
            </a:xfrm>
            <a:prstGeom prst="rect"/>
            <a:noFill/>
            <a:ln w="12700" cmpd="sng" cap="flat">
              <a:noFill/>
              <a:prstDash val="solid"/>
              <a:round/>
            </a:ln>
          </p:spPr>
        </p:pic>
      </p:grpSp>
      <p:sp>
        <p:nvSpPr>
          <p:cNvPr id="126" name="曲线"/>
          <p:cNvSpPr>
            <a:spLocks/>
          </p:cNvSpPr>
          <p:nvPr/>
        </p:nvSpPr>
        <p:spPr>
          <a:xfrm rot="0">
            <a:off x="8623965" y="1990576"/>
            <a:ext cx="314324" cy="32385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83C3"/>
          </a:solidFill>
          <a:ln cmpd="sng" cap="flat">
            <a:noFill/>
            <a:prstDash val="solid"/>
            <a:round/>
          </a:ln>
        </p:spPr>
      </p:sp>
      <p:sp>
        <p:nvSpPr>
          <p:cNvPr id="127" name="文本框"/>
          <p:cNvSpPr>
            <a:spLocks noGrp="1"/>
          </p:cNvSpPr>
          <p:nvPr>
            <p:ph type="title"/>
          </p:nvPr>
        </p:nvSpPr>
        <p:spPr>
          <a:xfrm rot="0">
            <a:off x="739774" y="829626"/>
            <a:ext cx="5263514" cy="664200"/>
          </a:xfrm>
          <a:prstGeom prst="rect"/>
          <a:noFill/>
          <a:ln w="12700" cmpd="sng" cap="flat">
            <a:noFill/>
            <a:prstDash val="solid"/>
            <a:round/>
          </a:ln>
        </p:spPr>
        <p:txBody>
          <a:bodyPr vert="horz" wrap="square" lIns="0" tIns="16500" rIns="0" bIns="0" anchor="t" anchorCtr="0">
            <a:prstTxWarp prst="textNoShape"/>
            <a:spAutoFit/>
          </a:bodyPr>
          <a:lstStyle/>
          <a:p>
            <a:pPr marL="12700" indent="0" algn="l">
              <a:lnSpc>
                <a:spcPct val="100000"/>
              </a:lnSpc>
              <a:spcBef>
                <a:spcPts val="0"/>
              </a:spcBef>
              <a:spcAft>
                <a:spcPts val="0"/>
              </a:spcAft>
              <a:buNone/>
            </a:pPr>
            <a:r>
              <a:rPr lang="en-US" altLang="zh-CN" sz="425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PROJECT	OVERVIEW</a:t>
            </a:r>
            <a:endParaRPr lang="zh-CN" altLang="en-US" sz="425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pic>
        <p:nvPicPr>
          <p:cNvPr id="128" name="图片"/>
          <p:cNvPicPr>
            <a:picLocks/>
          </p:cNvPicPr>
          <p:nvPr/>
        </p:nvPicPr>
        <p:blipFill>
          <a:blip r:embed="rId2" cstate="print"/>
          <a:stretch>
            <a:fillRect/>
          </a:stretch>
        </p:blipFill>
        <p:spPr>
          <a:xfrm rot="0">
            <a:off x="676275" y="6467475"/>
            <a:ext cx="2143125" cy="200024"/>
          </a:xfrm>
          <a:prstGeom prst="rect"/>
          <a:noFill/>
          <a:ln w="12700" cmpd="sng" cap="flat">
            <a:noFill/>
            <a:prstDash val="solid"/>
            <a:round/>
          </a:ln>
        </p:spPr>
      </p:pic>
      <p:sp>
        <p:nvSpPr>
          <p:cNvPr id="129" name="文本框"/>
          <p:cNvSpPr>
            <a:spLocks noGrp="1"/>
          </p:cNvSpPr>
          <p:nvPr>
            <p:ph type="sldNum"/>
          </p:nvPr>
        </p:nvSpPr>
        <p:spPr>
          <a:xfrm rot="0">
            <a:off x="11353418" y="6473336"/>
            <a:ext cx="151129" cy="168899"/>
          </a:xfrm>
          <a:prstGeom prst="rect"/>
          <a:noFill/>
          <a:ln cmpd="sng" cap="flat">
            <a:noFill/>
            <a:prstDash val="solid"/>
            <a:round/>
          </a:ln>
        </p:spPr>
        <p:txBody>
          <a:bodyPr vert="horz" wrap="square" lIns="0" tIns="6974" rIns="0" bIns="0" anchor="t" anchorCtr="0">
            <a:prstTxWarp prst="textNoShape"/>
            <a:spAutoFit/>
          </a:bodyPr>
          <a:lstStyle/>
          <a:p>
            <a:pPr marL="38100" indent="0" algn="l">
              <a:lnSpc>
                <a:spcPct val="100000"/>
              </a:lnSpc>
              <a:spcBef>
                <a:spcPts val="0"/>
              </a:spcBef>
              <a:spcAft>
                <a:spcPts val="0"/>
              </a:spcAft>
              <a:buNone/>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5</a:t>
            </a:fld>
            <a:endParaRPr lang="zh-CN" altLang="en-US"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endParaRPr>
          </a:p>
        </p:txBody>
      </p:sp>
      <p:sp>
        <p:nvSpPr>
          <p:cNvPr id="130" name="矩形"/>
          <p:cNvSpPr>
            <a:spLocks/>
          </p:cNvSpPr>
          <p:nvPr/>
        </p:nvSpPr>
        <p:spPr>
          <a:xfrm rot="0">
            <a:off x="238125" y="2425601"/>
            <a:ext cx="8420100" cy="1901150"/>
          </a:xfrm>
          <a:prstGeom prst="rect"/>
          <a:noFill/>
          <a:ln w="12700" cmpd="sng" cap="flat">
            <a:noFill/>
            <a:prstDash val="solid"/>
            <a:round/>
          </a:ln>
        </p:spPr>
        <p:txBody>
          <a:bodyPr vert="horz" wrap="square" lIns="91425" tIns="45700" rIns="91425" bIns="45700" anchor="t" anchorCtr="0">
            <a:prstTxWarp prst="textNoShape"/>
            <a:spAutoFit/>
          </a:bodyPr>
          <a:lstStyle/>
          <a:p>
            <a:pPr marL="0" indent="-152400" algn="l">
              <a:lnSpc>
                <a:spcPct val="100000"/>
              </a:lnSpc>
              <a:spcBef>
                <a:spcPts val="0"/>
              </a:spcBef>
              <a:spcAft>
                <a:spcPts val="0"/>
              </a:spcAft>
              <a:buClr>
                <a:srgbClr val="0D0D0D"/>
              </a:buClr>
              <a:buSzPts val="2400"/>
              <a:buFont typeface="Arial" pitchFamily="0" charset="0"/>
              <a:buChar char="•"/>
            </a:pPr>
            <a:r>
              <a:rPr lang="en-US" altLang="zh-CN" sz="24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The project involves analyzing employee data using Excel to gain insights into workforce metrics. This includes organizing data, performing statistical analysis, and creating visualizations to understand trends in employee performance, demographics, and other key indicators, thereby supporting data-driven decision-making for HR strategies</a:t>
            </a:r>
            <a:r>
              <a:rPr lang="en-US" altLang="zh-CN" sz="2400" b="1"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rPr>
              <a:t>.</a:t>
            </a:r>
            <a:endParaRPr lang="zh-CN" altLang="en-US" sz="2400" b="1"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endParaRPr>
          </a:p>
        </p:txBody>
      </p:sp>
    </p:spTree>
    <p:extLst>
      <p:ext uri="{BB962C8B-B14F-4D97-AF65-F5344CB8AC3E}">
        <p14:creationId xmlns:p14="http://schemas.microsoft.com/office/powerpoint/2010/main" val="1162557927"/>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33" name="文本框"/>
          <p:cNvSpPr>
            <a:spLocks noGrp="1"/>
          </p:cNvSpPr>
          <p:nvPr>
            <p:ph type="title"/>
          </p:nvPr>
        </p:nvSpPr>
        <p:spPr>
          <a:xfrm rot="0">
            <a:off x="530942" y="487646"/>
            <a:ext cx="10681335" cy="361950"/>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24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PROJECT FOCUS :</a:t>
            </a:r>
            <a:endParaRPr lang="zh-CN" altLang="en-US" sz="24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sp>
        <p:nvSpPr>
          <p:cNvPr id="134" name="矩形"/>
          <p:cNvSpPr>
            <a:spLocks/>
          </p:cNvSpPr>
          <p:nvPr/>
        </p:nvSpPr>
        <p:spPr>
          <a:xfrm rot="0">
            <a:off x="533400" y="914400"/>
            <a:ext cx="8527669" cy="515870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This project focuses on leveraging Excel to analyze employee data. Key tasks include;</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457200" indent="-457200" algn="l">
              <a:lnSpc>
                <a:spcPct val="100000"/>
              </a:lnSpc>
              <a:spcBef>
                <a:spcPts val="0"/>
              </a:spcBef>
              <a:spcAft>
                <a:spcPts val="0"/>
              </a:spcAft>
              <a:buClr>
                <a:srgbClr val="000000"/>
              </a:buClr>
              <a:buSzPts val="2400"/>
              <a:buFontTx/>
              <a:buAutoNum type="arabicPeriod"/>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**Data Organization:** Importing, cleaning, and structuring employee data for clarity and consistency.</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2. **Analysis:** Applying Excel functions and formulas to assess performance metrics, filling missing values , and other key indicators.</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3. **Visualization:** Creating charts, graphs, and pivot tables to visualize trends and patterns.</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4. **Reporting:** Summarizing findings to inform HR strategies and decision-making.</a:t>
            </a:r>
            <a:endParaRPr lang="zh-CN" altLang="en-US"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1078022408"/>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37"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round/>
          </a:ln>
        </p:spPr>
      </p:sp>
      <p:sp>
        <p:nvSpPr>
          <p:cNvPr id="138" name="曲线"/>
          <p:cNvSpPr>
            <a:spLocks/>
          </p:cNvSpPr>
          <p:nvPr/>
        </p:nvSpPr>
        <p:spPr>
          <a:xfrm rot="0">
            <a:off x="7467600" y="1828800"/>
            <a:ext cx="314324" cy="32385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83C3"/>
          </a:solidFill>
          <a:ln cmpd="sng" cap="flat">
            <a:noFill/>
            <a:prstDash val="solid"/>
            <a:round/>
          </a:ln>
        </p:spPr>
      </p:sp>
      <p:sp>
        <p:nvSpPr>
          <p:cNvPr id="139"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round/>
          </a:ln>
        </p:spPr>
      </p:sp>
      <p:sp>
        <p:nvSpPr>
          <p:cNvPr id="140" name="文本框"/>
          <p:cNvSpPr>
            <a:spLocks noGrp="1"/>
          </p:cNvSpPr>
          <p:nvPr>
            <p:ph type="title"/>
          </p:nvPr>
        </p:nvSpPr>
        <p:spPr>
          <a:xfrm rot="0">
            <a:off x="699452" y="891793"/>
            <a:ext cx="5014595" cy="502275"/>
          </a:xfrm>
          <a:prstGeom prst="rect"/>
          <a:noFill/>
          <a:ln w="12700" cmpd="sng" cap="flat">
            <a:noFill/>
            <a:prstDash val="solid"/>
            <a:round/>
          </a:ln>
        </p:spPr>
        <p:txBody>
          <a:bodyPr vert="horz" wrap="square" lIns="0" tIns="16500" rIns="0" bIns="0" anchor="t" anchorCtr="0">
            <a:prstTxWarp prst="textNoShape"/>
            <a:spAutoFit/>
          </a:bodyPr>
          <a:lstStyle/>
          <a:p>
            <a:pPr marL="12700" indent="0" algn="l">
              <a:lnSpc>
                <a:spcPct val="100000"/>
              </a:lnSpc>
              <a:spcBef>
                <a:spcPts val="0"/>
              </a:spcBef>
              <a:spcAft>
                <a:spcPts val="0"/>
              </a:spcAft>
              <a:buNone/>
            </a:pPr>
            <a:r>
              <a:rPr lang="en-US" altLang="zh-CN" sz="32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WHO ARE THE END USERS?</a:t>
            </a:r>
            <a:endParaRPr lang="zh-CN" altLang="en-US" sz="32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pic>
        <p:nvPicPr>
          <p:cNvPr id="141" name="图片"/>
          <p:cNvPicPr>
            <a:picLocks/>
          </p:cNvPicPr>
          <p:nvPr/>
        </p:nvPicPr>
        <p:blipFill>
          <a:blip r:embed="rId1" cstate="print"/>
          <a:stretch>
            <a:fillRect/>
          </a:stretch>
        </p:blipFill>
        <p:spPr>
          <a:xfrm rot="0">
            <a:off x="723900" y="6172200"/>
            <a:ext cx="2181225" cy="485775"/>
          </a:xfrm>
          <a:prstGeom prst="rect"/>
          <a:noFill/>
          <a:ln w="12700" cmpd="sng" cap="flat">
            <a:noFill/>
            <a:prstDash val="solid"/>
            <a:round/>
          </a:ln>
        </p:spPr>
      </p:pic>
      <p:sp>
        <p:nvSpPr>
          <p:cNvPr id="142" name="文本框"/>
          <p:cNvSpPr>
            <a:spLocks noGrp="1"/>
          </p:cNvSpPr>
          <p:nvPr>
            <p:ph type="sldNum"/>
          </p:nvPr>
        </p:nvSpPr>
        <p:spPr>
          <a:xfrm rot="0">
            <a:off x="11353418" y="6473336"/>
            <a:ext cx="151129" cy="168899"/>
          </a:xfrm>
          <a:prstGeom prst="rect"/>
          <a:noFill/>
          <a:ln cmpd="sng" cap="flat">
            <a:noFill/>
            <a:prstDash val="solid"/>
            <a:round/>
          </a:ln>
        </p:spPr>
        <p:txBody>
          <a:bodyPr vert="horz" wrap="square" lIns="0" tIns="6974" rIns="0" bIns="0" anchor="t" anchorCtr="0">
            <a:prstTxWarp prst="textNoShape"/>
            <a:spAutoFit/>
          </a:bodyPr>
          <a:lstStyle/>
          <a:p>
            <a:pPr marL="38100" indent="0" algn="l">
              <a:lnSpc>
                <a:spcPct val="100000"/>
              </a:lnSpc>
              <a:spcBef>
                <a:spcPts val="0"/>
              </a:spcBef>
              <a:spcAft>
                <a:spcPts val="0"/>
              </a:spcAft>
              <a:buNone/>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7</a:t>
            </a:fld>
            <a:endParaRPr lang="zh-CN" altLang="en-US"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endParaRPr>
          </a:p>
        </p:txBody>
      </p:sp>
      <p:sp>
        <p:nvSpPr>
          <p:cNvPr id="143" name="矩形"/>
          <p:cNvSpPr>
            <a:spLocks/>
          </p:cNvSpPr>
          <p:nvPr/>
        </p:nvSpPr>
        <p:spPr>
          <a:xfrm rot="0">
            <a:off x="723900" y="2274838"/>
            <a:ext cx="7750540" cy="3044149"/>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r>
              <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rPr>
              <a:t>The end users in employee performance analysis typically include:</a:t>
            </a: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1. **Human Resources (HR) Managers:** They use the insights to make informed decisions about promotions, training, and development.</a:t>
            </a: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2. **Team Leaders and Supervisors:** They apply performance data to provide feedback, set goals, and manage team performance.</a:t>
            </a: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3. **Employees:** They benefit from feedback and performance evaluations that help them improve and advance in their careers.</a:t>
            </a:r>
            <a:endParaRPr lang="zh-CN" altLang="en-US"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2044049640"/>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pic>
        <p:nvPicPr>
          <p:cNvPr id="146" name="图片"/>
          <p:cNvPicPr>
            <a:picLocks/>
          </p:cNvPicPr>
          <p:nvPr/>
        </p:nvPicPr>
        <p:blipFill>
          <a:blip r:embed="rId1" cstate="print"/>
          <a:stretch>
            <a:fillRect/>
          </a:stretch>
        </p:blipFill>
        <p:spPr>
          <a:xfrm rot="0">
            <a:off x="0" y="1476375"/>
            <a:ext cx="2695574" cy="3248025"/>
          </a:xfrm>
          <a:prstGeom prst="rect"/>
          <a:noFill/>
          <a:ln w="12700" cmpd="sng" cap="flat">
            <a:noFill/>
            <a:prstDash val="solid"/>
            <a:round/>
          </a:ln>
        </p:spPr>
      </p:pic>
      <p:sp>
        <p:nvSpPr>
          <p:cNvPr id="147" name="曲线"/>
          <p:cNvSpPr>
            <a:spLocks/>
          </p:cNvSpPr>
          <p:nvPr/>
        </p:nvSpPr>
        <p:spPr>
          <a:xfrm rot="0">
            <a:off x="8949659" y="4286865"/>
            <a:ext cx="457200"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round/>
          </a:ln>
        </p:spPr>
      </p:sp>
      <p:sp>
        <p:nvSpPr>
          <p:cNvPr id="148" name="曲线"/>
          <p:cNvSpPr>
            <a:spLocks/>
          </p:cNvSpPr>
          <p:nvPr/>
        </p:nvSpPr>
        <p:spPr>
          <a:xfrm rot="0">
            <a:off x="8000999" y="2108718"/>
            <a:ext cx="314324" cy="32385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83C3"/>
          </a:solidFill>
          <a:ln cmpd="sng" cap="flat">
            <a:noFill/>
            <a:prstDash val="solid"/>
            <a:round/>
          </a:ln>
        </p:spPr>
      </p:sp>
      <p:sp>
        <p:nvSpPr>
          <p:cNvPr id="149" name="曲线"/>
          <p:cNvSpPr>
            <a:spLocks/>
          </p:cNvSpPr>
          <p:nvPr/>
        </p:nvSpPr>
        <p:spPr>
          <a:xfrm rot="0">
            <a:off x="9087771" y="4514082"/>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round/>
          </a:ln>
        </p:spPr>
      </p:sp>
      <p:sp>
        <p:nvSpPr>
          <p:cNvPr id="150" name="文本框"/>
          <p:cNvSpPr>
            <a:spLocks noGrp="1"/>
          </p:cNvSpPr>
          <p:nvPr>
            <p:ph type="title"/>
          </p:nvPr>
        </p:nvSpPr>
        <p:spPr>
          <a:xfrm rot="0">
            <a:off x="558165" y="857885"/>
            <a:ext cx="9763125" cy="556250"/>
          </a:xfrm>
          <a:prstGeom prst="rect"/>
          <a:noFill/>
          <a:ln w="12700" cmpd="sng" cap="flat">
            <a:noFill/>
            <a:prstDash val="solid"/>
            <a:round/>
          </a:ln>
        </p:spPr>
        <p:txBody>
          <a:bodyPr vert="horz" wrap="square" lIns="0" tIns="13325" rIns="0" bIns="0" anchor="t" anchorCtr="0">
            <a:prstTxWarp prst="textNoShape"/>
            <a:spAutoFit/>
          </a:bodyPr>
          <a:lstStyle/>
          <a:p>
            <a:pPr marL="12700" indent="0" algn="l">
              <a:lnSpc>
                <a:spcPct val="100000"/>
              </a:lnSpc>
              <a:spcBef>
                <a:spcPts val="0"/>
              </a:spcBef>
              <a:spcAft>
                <a:spcPts val="0"/>
              </a:spcAft>
              <a:buNone/>
            </a:pPr>
            <a:r>
              <a:rPr lang="en-US" altLang="zh-CN" sz="36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OUR SOLUTION AND ITS VALUE PROPOSITION</a:t>
            </a:r>
            <a:endParaRPr lang="zh-CN" altLang="en-US" sz="36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pic>
        <p:nvPicPr>
          <p:cNvPr id="151" name="图片"/>
          <p:cNvPicPr>
            <a:picLocks/>
          </p:cNvPicPr>
          <p:nvPr/>
        </p:nvPicPr>
        <p:blipFill>
          <a:blip r:embed="rId2" cstate="print"/>
          <a:stretch>
            <a:fillRect/>
          </a:stretch>
        </p:blipFill>
        <p:spPr>
          <a:xfrm rot="0">
            <a:off x="676275" y="6467475"/>
            <a:ext cx="2143125" cy="200024"/>
          </a:xfrm>
          <a:prstGeom prst="rect"/>
          <a:noFill/>
          <a:ln w="12700" cmpd="sng" cap="flat">
            <a:noFill/>
            <a:prstDash val="solid"/>
            <a:round/>
          </a:ln>
        </p:spPr>
      </p:pic>
      <p:sp>
        <p:nvSpPr>
          <p:cNvPr id="152" name="文本框"/>
          <p:cNvSpPr>
            <a:spLocks noGrp="1"/>
          </p:cNvSpPr>
          <p:nvPr>
            <p:ph type="sldNum"/>
          </p:nvPr>
        </p:nvSpPr>
        <p:spPr>
          <a:xfrm rot="0">
            <a:off x="11353418" y="6473336"/>
            <a:ext cx="151129" cy="168899"/>
          </a:xfrm>
          <a:prstGeom prst="rect"/>
          <a:noFill/>
          <a:ln cmpd="sng" cap="flat">
            <a:noFill/>
            <a:prstDash val="solid"/>
            <a:round/>
          </a:ln>
        </p:spPr>
        <p:txBody>
          <a:bodyPr vert="horz" wrap="square" lIns="0" tIns="6974" rIns="0" bIns="0" anchor="t" anchorCtr="0">
            <a:prstTxWarp prst="textNoShape"/>
            <a:spAutoFit/>
          </a:bodyPr>
          <a:lstStyle/>
          <a:p>
            <a:pPr marL="38100" indent="0" algn="l">
              <a:lnSpc>
                <a:spcPct val="100000"/>
              </a:lnSpc>
              <a:spcBef>
                <a:spcPts val="0"/>
              </a:spcBef>
              <a:spcAft>
                <a:spcPts val="0"/>
              </a:spcAft>
              <a:buNone/>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8</a:t>
            </a:fld>
            <a:endParaRPr lang="zh-CN" altLang="en-US"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endParaRPr>
          </a:p>
        </p:txBody>
      </p:sp>
      <p:sp>
        <p:nvSpPr>
          <p:cNvPr id="153" name="矩形"/>
          <p:cNvSpPr>
            <a:spLocks/>
          </p:cNvSpPr>
          <p:nvPr/>
        </p:nvSpPr>
        <p:spPr>
          <a:xfrm rot="0">
            <a:off x="3251479" y="2459602"/>
            <a:ext cx="6102070" cy="1548725"/>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r>
              <a:rPr lang="en-US" altLang="zh-CN" sz="3200" b="0" i="0" u="none" strike="noStrike" kern="0" cap="none" spc="0" baseline="0">
                <a:solidFill>
                  <a:srgbClr val="000000"/>
                </a:solidFill>
                <a:latin typeface="Calibri" pitchFamily="0" charset="0"/>
                <a:ea typeface="Calibri" pitchFamily="0" charset="0"/>
                <a:cs typeface="Calibri" pitchFamily="0" charset="0"/>
                <a:sym typeface="Calibri" pitchFamily="0" charset="0"/>
              </a:rPr>
              <a:t>*Filtering – to fill the missing values.</a:t>
            </a:r>
            <a:endParaRPr lang="en-US" altLang="zh-CN" sz="32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3200" b="0" i="0" u="none" strike="noStrike" kern="0" cap="none" spc="0" baseline="0">
                <a:solidFill>
                  <a:srgbClr val="000000"/>
                </a:solidFill>
                <a:latin typeface="Calibri" pitchFamily="0" charset="0"/>
                <a:ea typeface="Calibri" pitchFamily="0" charset="0"/>
                <a:cs typeface="Calibri" pitchFamily="0" charset="0"/>
                <a:sym typeface="Calibri" pitchFamily="0" charset="0"/>
              </a:rPr>
              <a:t>*Conditional formating- blank values.</a:t>
            </a:r>
            <a:endParaRPr lang="en-US" altLang="zh-CN" sz="32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3200" b="0" i="0" u="none" strike="noStrike" kern="0" cap="none" spc="0" baseline="0">
                <a:solidFill>
                  <a:srgbClr val="000000"/>
                </a:solidFill>
                <a:latin typeface="Calibri" pitchFamily="0" charset="0"/>
                <a:ea typeface="Calibri" pitchFamily="0" charset="0"/>
                <a:cs typeface="Calibri" pitchFamily="0" charset="0"/>
                <a:sym typeface="Calibri" pitchFamily="0" charset="0"/>
              </a:rPr>
              <a:t>*Using- Pivot table &amp; Chart.</a:t>
            </a:r>
            <a:endParaRPr lang="zh-CN" altLang="en-US" sz="32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1827014556"/>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56" name="文本框"/>
          <p:cNvSpPr>
            <a:spLocks noGrp="1"/>
          </p:cNvSpPr>
          <p:nvPr>
            <p:ph type="title"/>
          </p:nvPr>
        </p:nvSpPr>
        <p:spPr>
          <a:xfrm rot="0">
            <a:off x="755332" y="385444"/>
            <a:ext cx="10681335" cy="723900"/>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48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Dataset Description</a:t>
            </a:r>
            <a:endParaRPr lang="zh-CN" altLang="en-US" sz="48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sp>
        <p:nvSpPr>
          <p:cNvPr id="157" name="矩形"/>
          <p:cNvSpPr>
            <a:spLocks/>
          </p:cNvSpPr>
          <p:nvPr/>
        </p:nvSpPr>
        <p:spPr>
          <a:xfrm flipH="1" rot="0">
            <a:off x="910757" y="1209577"/>
            <a:ext cx="8142166" cy="5158700"/>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Employee data set- Kaggle</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There are 26 features</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The important ten features are,</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 Employment ID</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*First name</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*Last name </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*Gender</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*Employee status</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*Employee type</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*Employee classification</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*Performance score</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*Current employee ratings</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        * Business units</a:t>
            </a:r>
            <a:endPar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zh-CN" altLang="en-US"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2009877257"/>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60" name="矩形"/>
          <p:cNvSpPr>
            <a:spLocks/>
          </p:cNvSpPr>
          <p:nvPr/>
        </p:nvSpPr>
        <p:spPr>
          <a:xfrm rot="0">
            <a:off x="752474" y="6486037"/>
            <a:ext cx="1773555" cy="186213"/>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15000"/>
              </a:lnSpc>
              <a:spcBef>
                <a:spcPts val="0"/>
              </a:spcBef>
              <a:spcAft>
                <a:spcPts val="0"/>
              </a:spcAft>
              <a:buNone/>
            </a:pPr>
            <a:r>
              <a:rPr lang="en-US" altLang="zh-CN" sz="1100" b="0" i="0" u="none" strike="noStrike" kern="0" cap="none" spc="0" baseline="0">
                <a:solidFill>
                  <a:srgbClr val="2D83C3"/>
                </a:solidFill>
                <a:latin typeface="Trebuchet MS" pitchFamily="0" charset="0"/>
                <a:ea typeface="Trebuchet MS" pitchFamily="0" charset="0"/>
                <a:cs typeface="Trebuchet MS" pitchFamily="0" charset="0"/>
                <a:sym typeface="Trebuchet MS" pitchFamily="0" charset="0"/>
              </a:rPr>
              <a:t>3/21/2024  </a:t>
            </a:r>
            <a:r>
              <a:rPr lang="en-US" altLang="zh-CN" sz="1100" b="1" i="0" u="none" strike="noStrike" kern="0" cap="none" spc="0" baseline="0">
                <a:solidFill>
                  <a:srgbClr val="2D83C3"/>
                </a:solidFill>
                <a:latin typeface="Trebuchet MS" pitchFamily="0" charset="0"/>
                <a:ea typeface="Trebuchet MS" pitchFamily="0" charset="0"/>
                <a:cs typeface="Trebuchet MS" pitchFamily="0" charset="0"/>
                <a:sym typeface="Trebuchet MS" pitchFamily="0" charset="0"/>
              </a:rPr>
              <a:t>Annual Review</a:t>
            </a:r>
            <a:endParaRPr lang="zh-CN" altLang="en-US" sz="1100" b="0"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sp>
        <p:nvSpPr>
          <p:cNvPr id="161"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round/>
          </a:ln>
        </p:spPr>
      </p:sp>
      <p:sp>
        <p:nvSpPr>
          <p:cNvPr id="162" name="曲线"/>
          <p:cNvSpPr>
            <a:spLocks/>
          </p:cNvSpPr>
          <p:nvPr/>
        </p:nvSpPr>
        <p:spPr>
          <a:xfrm rot="0">
            <a:off x="6696075" y="1695450"/>
            <a:ext cx="314324" cy="32385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83C3"/>
          </a:solidFill>
          <a:ln cmpd="sng" cap="flat">
            <a:noFill/>
            <a:prstDash val="solid"/>
            <a:round/>
          </a:ln>
        </p:spPr>
      </p:sp>
      <p:sp>
        <p:nvSpPr>
          <p:cNvPr id="163"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round/>
          </a:ln>
        </p:spPr>
      </p:sp>
      <p:pic>
        <p:nvPicPr>
          <p:cNvPr id="164" name="图片"/>
          <p:cNvPicPr>
            <a:picLocks/>
          </p:cNvPicPr>
          <p:nvPr/>
        </p:nvPicPr>
        <p:blipFill>
          <a:blip r:embed="rId1" cstate="print"/>
          <a:srcRect b="-3755" l="3186"/>
          <a:stretch>
            <a:fillRect/>
          </a:stretch>
        </p:blipFill>
        <p:spPr>
          <a:xfrm rot="0">
            <a:off x="115529" y="1697908"/>
            <a:ext cx="2388378" cy="3547909"/>
          </a:xfrm>
          <a:prstGeom prst="rect"/>
          <a:noFill/>
          <a:ln w="12700" cmpd="sng" cap="flat">
            <a:noFill/>
            <a:prstDash val="solid"/>
            <a:round/>
          </a:ln>
        </p:spPr>
      </p:pic>
      <p:sp>
        <p:nvSpPr>
          <p:cNvPr id="165" name="文本框"/>
          <p:cNvSpPr>
            <a:spLocks noGrp="1"/>
          </p:cNvSpPr>
          <p:nvPr>
            <p:ph type="title"/>
          </p:nvPr>
        </p:nvSpPr>
        <p:spPr>
          <a:xfrm rot="0">
            <a:off x="739774" y="654938"/>
            <a:ext cx="8480425" cy="664200"/>
          </a:xfrm>
          <a:prstGeom prst="rect"/>
          <a:noFill/>
          <a:ln w="12700" cmpd="sng" cap="flat">
            <a:noFill/>
            <a:prstDash val="solid"/>
            <a:round/>
          </a:ln>
        </p:spPr>
        <p:txBody>
          <a:bodyPr vert="horz" wrap="square" lIns="0" tIns="16500" rIns="0" bIns="0" anchor="t" anchorCtr="0">
            <a:prstTxWarp prst="textNoShape"/>
            <a:spAutoFit/>
          </a:bodyPr>
          <a:lstStyle/>
          <a:p>
            <a:pPr marL="12700" indent="0" algn="l">
              <a:lnSpc>
                <a:spcPct val="100000"/>
              </a:lnSpc>
              <a:spcBef>
                <a:spcPts val="0"/>
              </a:spcBef>
              <a:spcAft>
                <a:spcPts val="0"/>
              </a:spcAft>
              <a:buNone/>
            </a:pPr>
            <a:r>
              <a:rPr lang="en-US" altLang="zh-CN" sz="425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THE "WOW" IN OUR SOLUTION</a:t>
            </a:r>
            <a:endParaRPr lang="zh-CN" altLang="en-US" sz="425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sp>
        <p:nvSpPr>
          <p:cNvPr id="166" name="矩形"/>
          <p:cNvSpPr>
            <a:spLocks/>
          </p:cNvSpPr>
          <p:nvPr/>
        </p:nvSpPr>
        <p:spPr>
          <a:xfrm rot="0">
            <a:off x="11277218" y="6473336"/>
            <a:ext cx="228600" cy="168899"/>
          </a:xfrm>
          <a:prstGeom prst="rect"/>
          <a:noFill/>
          <a:ln w="12700" cmpd="sng" cap="flat">
            <a:noFill/>
            <a:prstDash val="solid"/>
            <a:round/>
          </a:ln>
        </p:spPr>
        <p:txBody>
          <a:bodyPr vert="horz" wrap="square" lIns="0" tIns="6974" rIns="0" bIns="0" anchor="t" anchorCtr="0">
            <a:prstTxWarp prst="textNoShape"/>
            <a:spAutoFit/>
          </a:bodyPr>
          <a:lstStyle/>
          <a:p>
            <a:pPr marL="38100" indent="0" algn="l">
              <a:lnSpc>
                <a:spcPct val="100000"/>
              </a:lnSpc>
              <a:spcBef>
                <a:spcPts val="0"/>
              </a:spcBef>
              <a:spcAft>
                <a:spcPts val="0"/>
              </a:spcAft>
              <a:buNone/>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10</a:t>
            </a:fld>
            <a:endParaRPr lang="zh-CN" altLang="en-US" sz="1100" b="0"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sp>
        <p:nvSpPr>
          <p:cNvPr id="167" name="矩形"/>
          <p:cNvSpPr>
            <a:spLocks/>
          </p:cNvSpPr>
          <p:nvPr/>
        </p:nvSpPr>
        <p:spPr>
          <a:xfrm rot="0">
            <a:off x="2496533" y="2389116"/>
            <a:ext cx="7485666" cy="2663149"/>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endParaRPr lang="en-US" altLang="zh-CN" sz="2800" b="0" i="0" u="none" strike="noStrike" kern="0" cap="none" spc="0" baseline="0">
              <a:solidFill>
                <a:srgbClr val="0D0D0D"/>
              </a:solidFill>
              <a:latin typeface="Times New Roman" pitchFamily="0" charset="0"/>
              <a:ea typeface="Times New Roman" pitchFamily="0" charset="0"/>
              <a:cs typeface="Times New Roman" pitchFamily="0" charset="0"/>
              <a:sym typeface="Times New Roman" pitchFamily="0" charset="0"/>
            </a:endParaRPr>
          </a:p>
          <a:p>
            <a:pPr marL="0" indent="0" algn="l">
              <a:lnSpc>
                <a:spcPct val="100000"/>
              </a:lnSpc>
              <a:spcBef>
                <a:spcPts val="0"/>
              </a:spcBef>
              <a:spcAft>
                <a:spcPts val="0"/>
              </a:spcAft>
              <a:buNone/>
            </a:pPr>
            <a:r>
              <a:rPr lang="en-US" altLang="zh-CN" sz="28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Performance Level– There are categories into Levels such as very high,high,med,low,etc...</a:t>
            </a:r>
            <a:endParaRPr lang="en-US" altLang="zh-CN" sz="28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endParaRPr>
          </a:p>
          <a:p>
            <a:pPr marL="0" indent="0" algn="l">
              <a:lnSpc>
                <a:spcPct val="100000"/>
              </a:lnSpc>
              <a:spcBef>
                <a:spcPts val="0"/>
              </a:spcBef>
              <a:spcAft>
                <a:spcPts val="0"/>
              </a:spcAft>
              <a:buNone/>
            </a:pPr>
            <a:endParaRPr lang="en-US" altLang="zh-CN" sz="28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endParaRPr>
          </a:p>
          <a:p>
            <a:pPr marL="0" indent="0" algn="l">
              <a:lnSpc>
                <a:spcPct val="100000"/>
              </a:lnSpc>
              <a:spcBef>
                <a:spcPts val="0"/>
              </a:spcBef>
              <a:spcAft>
                <a:spcPts val="0"/>
              </a:spcAft>
              <a:buNone/>
            </a:pPr>
            <a:r>
              <a:rPr lang="en-US" altLang="zh-CN" sz="28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Using Pivot table and charts is to analyse the employees performance. </a:t>
            </a:r>
            <a:endParaRPr lang="zh-CN" altLang="en-US" sz="2800" b="0"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endParaRPr>
          </a:p>
        </p:txBody>
      </p:sp>
    </p:spTree>
    <p:extLst>
      <p:ext uri="{BB962C8B-B14F-4D97-AF65-F5344CB8AC3E}">
        <p14:creationId xmlns:p14="http://schemas.microsoft.com/office/powerpoint/2010/main" val="1078693307"/>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70"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round/>
          </a:ln>
        </p:spPr>
      </p:sp>
      <p:pic>
        <p:nvPicPr>
          <p:cNvPr id="171" name="图片"/>
          <p:cNvPicPr>
            <a:picLocks/>
          </p:cNvPicPr>
          <p:nvPr/>
        </p:nvPicPr>
        <p:blipFill>
          <a:blip r:embed="rId1" cstate="print"/>
          <a:stretch>
            <a:fillRect/>
          </a:stretch>
        </p:blipFill>
        <p:spPr>
          <a:xfrm rot="0">
            <a:off x="1666874" y="6467475"/>
            <a:ext cx="76200" cy="177799"/>
          </a:xfrm>
          <a:prstGeom prst="rect"/>
          <a:noFill/>
          <a:ln w="12700" cmpd="sng" cap="flat">
            <a:noFill/>
            <a:prstDash val="solid"/>
            <a:round/>
          </a:ln>
        </p:spPr>
      </p:pic>
      <p:sp>
        <p:nvSpPr>
          <p:cNvPr id="172" name="矩形"/>
          <p:cNvSpPr>
            <a:spLocks/>
          </p:cNvSpPr>
          <p:nvPr/>
        </p:nvSpPr>
        <p:spPr>
          <a:xfrm rot="0">
            <a:off x="11277218" y="6473336"/>
            <a:ext cx="228600" cy="168899"/>
          </a:xfrm>
          <a:prstGeom prst="rect"/>
          <a:noFill/>
          <a:ln w="12700" cmpd="sng" cap="flat">
            <a:noFill/>
            <a:prstDash val="solid"/>
            <a:round/>
          </a:ln>
        </p:spPr>
        <p:txBody>
          <a:bodyPr vert="horz" wrap="square" lIns="0" tIns="6974" rIns="0" bIns="0" anchor="t" anchorCtr="0">
            <a:prstTxWarp prst="textNoShape"/>
            <a:spAutoFit/>
          </a:bodyPr>
          <a:lstStyle/>
          <a:p>
            <a:pPr marL="38100" indent="0" algn="l">
              <a:lnSpc>
                <a:spcPct val="100000"/>
              </a:lnSpc>
              <a:spcBef>
                <a:spcPts val="0"/>
              </a:spcBef>
              <a:spcAft>
                <a:spcPts val="0"/>
              </a:spcAft>
              <a:buNone/>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11</a:t>
            </a:fld>
            <a:endParaRPr lang="zh-CN" altLang="en-US" sz="1100" b="0"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sp>
        <p:nvSpPr>
          <p:cNvPr id="173" name="矩形"/>
          <p:cNvSpPr>
            <a:spLocks/>
          </p:cNvSpPr>
          <p:nvPr/>
        </p:nvSpPr>
        <p:spPr>
          <a:xfrm rot="0">
            <a:off x="739774" y="291147"/>
            <a:ext cx="3303904" cy="737225"/>
          </a:xfrm>
          <a:prstGeom prst="rect"/>
          <a:noFill/>
          <a:ln w="12700" cmpd="sng" cap="flat">
            <a:noFill/>
            <a:prstDash val="solid"/>
            <a:round/>
          </a:ln>
        </p:spPr>
        <p:txBody>
          <a:bodyPr vert="horz" wrap="square" lIns="0" tIns="13325" rIns="0" bIns="0" anchor="t" anchorCtr="0">
            <a:prstTxWarp prst="textNoShape"/>
            <a:spAutoFit/>
          </a:bodyPr>
          <a:lstStyle/>
          <a:p>
            <a:pPr marL="12700" indent="0" algn="l">
              <a:lnSpc>
                <a:spcPct val="100000"/>
              </a:lnSpc>
              <a:spcBef>
                <a:spcPts val="0"/>
              </a:spcBef>
              <a:spcAft>
                <a:spcPts val="0"/>
              </a:spcAft>
              <a:buNone/>
            </a:pPr>
            <a:r>
              <a:rPr lang="en-US" altLang="zh-CN" sz="48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MODELLING</a:t>
            </a:r>
            <a:endParaRPr lang="zh-CN" altLang="en-US" sz="4800" b="0"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sp>
        <p:nvSpPr>
          <p:cNvPr id="174" name="曲线"/>
          <p:cNvSpPr>
            <a:spLocks/>
          </p:cNvSpPr>
          <p:nvPr/>
        </p:nvSpPr>
        <p:spPr>
          <a:xfrm rot="0">
            <a:off x="10058401" y="525141"/>
            <a:ext cx="457200"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round/>
          </a:ln>
        </p:spPr>
      </p:sp>
      <p:sp>
        <p:nvSpPr>
          <p:cNvPr id="175" name="矩形"/>
          <p:cNvSpPr>
            <a:spLocks/>
          </p:cNvSpPr>
          <p:nvPr/>
        </p:nvSpPr>
        <p:spPr>
          <a:xfrm rot="0">
            <a:off x="739774" y="1543057"/>
            <a:ext cx="6102070" cy="4225249"/>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r>
              <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rPr>
              <a:t>*Data Preparation: Clean and organize data, ensuring accuracy and consistency.</a:t>
            </a: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rPr>
              <a:t>*Trend Analysis: Apply charts and graphs (e.g., line charts, bar graphs) to visualize trends over time, such as employee performance or turnover rates.</a:t>
            </a: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rPr>
              <a:t>*Pivot Tables: Create pivot tables to aggregate and analyze data across different dimensions, such as department, tenure, or job role.</a:t>
            </a: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endPar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a:p>
            <a:pPr marL="0" indent="0" algn="l">
              <a:lnSpc>
                <a:spcPct val="100000"/>
              </a:lnSpc>
              <a:spcBef>
                <a:spcPts val="0"/>
              </a:spcBef>
              <a:spcAft>
                <a:spcPts val="0"/>
              </a:spcAft>
              <a:buNone/>
            </a:pPr>
            <a:r>
              <a:rPr lang="en-US" altLang="zh-CN" sz="2000" b="0" i="0" u="none" strike="noStrike" kern="0" cap="none" spc="0" baseline="0">
                <a:solidFill>
                  <a:srgbClr val="000000"/>
                </a:solidFill>
                <a:latin typeface="Calibri" pitchFamily="0" charset="0"/>
                <a:ea typeface="Calibri" pitchFamily="0" charset="0"/>
                <a:cs typeface="Calibri" pitchFamily="0" charset="0"/>
                <a:sym typeface="Calibri" pitchFamily="0" charset="0"/>
              </a:rPr>
              <a:t>*Regression Analysis: Utilize regression functions to identify relationships between variables, such as the impact of training on performance.</a:t>
            </a:r>
            <a:endParaRPr lang="zh-CN" altLang="en-US" sz="20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1285579215"/>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78"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round/>
          </a:ln>
        </p:spPr>
      </p:sp>
      <p:sp>
        <p:nvSpPr>
          <p:cNvPr id="179" name="曲线"/>
          <p:cNvSpPr>
            <a:spLocks/>
          </p:cNvSpPr>
          <p:nvPr/>
        </p:nvSpPr>
        <p:spPr>
          <a:xfrm rot="0">
            <a:off x="7158037" y="1604962"/>
            <a:ext cx="314324" cy="32385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83C3"/>
          </a:solidFill>
          <a:ln cmpd="sng" cap="flat">
            <a:noFill/>
            <a:prstDash val="solid"/>
            <a:round/>
          </a:ln>
        </p:spPr>
      </p:sp>
      <p:sp>
        <p:nvSpPr>
          <p:cNvPr id="180"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round/>
          </a:ln>
        </p:spPr>
      </p:sp>
      <p:pic>
        <p:nvPicPr>
          <p:cNvPr id="181" name="图片"/>
          <p:cNvPicPr>
            <a:picLocks/>
          </p:cNvPicPr>
          <p:nvPr/>
        </p:nvPicPr>
        <p:blipFill>
          <a:blip r:embed="rId1" cstate="print"/>
          <a:stretch>
            <a:fillRect/>
          </a:stretch>
        </p:blipFill>
        <p:spPr>
          <a:xfrm rot="0">
            <a:off x="1666874" y="6467475"/>
            <a:ext cx="76200" cy="177799"/>
          </a:xfrm>
          <a:prstGeom prst="rect"/>
          <a:noFill/>
          <a:ln w="12700" cmpd="sng" cap="flat">
            <a:noFill/>
            <a:prstDash val="solid"/>
            <a:round/>
          </a:ln>
        </p:spPr>
      </p:pic>
      <p:sp>
        <p:nvSpPr>
          <p:cNvPr id="182" name="文本框"/>
          <p:cNvSpPr>
            <a:spLocks noGrp="1"/>
          </p:cNvSpPr>
          <p:nvPr>
            <p:ph type="title"/>
          </p:nvPr>
        </p:nvSpPr>
        <p:spPr>
          <a:xfrm rot="0">
            <a:off x="755332" y="385444"/>
            <a:ext cx="2437130" cy="758190"/>
          </a:xfrm>
          <a:prstGeom prst="rect"/>
          <a:noFill/>
          <a:ln w="12700" cmpd="sng" cap="flat">
            <a:noFill/>
            <a:prstDash val="solid"/>
            <a:round/>
          </a:ln>
        </p:spPr>
        <p:txBody>
          <a:bodyPr vert="horz" wrap="square" lIns="0" tIns="13325" rIns="0" bIns="0" anchor="t" anchorCtr="0">
            <a:prstTxWarp prst="textNoShape"/>
            <a:spAutoFit/>
          </a:bodyPr>
          <a:lstStyle/>
          <a:p>
            <a:pPr marL="12700" indent="0" algn="l">
              <a:lnSpc>
                <a:spcPct val="100000"/>
              </a:lnSpc>
              <a:spcBef>
                <a:spcPts val="0"/>
              </a:spcBef>
              <a:spcAft>
                <a:spcPts val="0"/>
              </a:spcAft>
              <a:buNone/>
            </a:pPr>
            <a:r>
              <a:rPr lang="en-US" altLang="zh-CN" sz="48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rPr>
              <a:t>RESULTS</a:t>
            </a:r>
            <a:endParaRPr lang="zh-CN" altLang="en-US" sz="4800" b="1"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sp>
        <p:nvSpPr>
          <p:cNvPr id="183" name="矩形"/>
          <p:cNvSpPr>
            <a:spLocks/>
          </p:cNvSpPr>
          <p:nvPr/>
        </p:nvSpPr>
        <p:spPr>
          <a:xfrm rot="0">
            <a:off x="11277218" y="6473336"/>
            <a:ext cx="228600" cy="191770"/>
          </a:xfrm>
          <a:prstGeom prst="rect"/>
          <a:noFill/>
          <a:ln w="12700" cmpd="sng" cap="flat">
            <a:noFill/>
            <a:prstDash val="solid"/>
            <a:round/>
          </a:ln>
        </p:spPr>
        <p:txBody>
          <a:bodyPr vert="horz" wrap="square" lIns="0" tIns="6974" rIns="0" bIns="0" anchor="t" anchorCtr="0">
            <a:prstTxWarp prst="textNoShape"/>
            <a:spAutoFit/>
          </a:bodyPr>
          <a:lstStyle/>
          <a:p>
            <a:pPr marL="38100" indent="0" algn="l">
              <a:lnSpc>
                <a:spcPct val="100000"/>
              </a:lnSpc>
              <a:spcBef>
                <a:spcPts val="0"/>
              </a:spcBef>
              <a:spcAft>
                <a:spcPts val="0"/>
              </a:spcAft>
              <a:buNone/>
            </a:pPr>
            <a:fld id="{CAD2D6BD-DE1B-4B5F-8B41-2702339687B9}" type="slidenum">
              <a:rPr lang="en-US" altLang="zh-CN" sz="1100" b="0" i="0" u="none" strike="noStrike" kern="0" cap="none" spc="0" baseline="0">
                <a:solidFill>
                  <a:srgbClr val="2D936B"/>
                </a:solidFill>
                <a:latin typeface="Trebuchet MS" pitchFamily="0" charset="0"/>
                <a:ea typeface="Trebuchet MS" pitchFamily="0" charset="0"/>
                <a:cs typeface="Trebuchet MS" pitchFamily="0" charset="0"/>
                <a:sym typeface="Trebuchet MS" pitchFamily="0" charset="0"/>
              </a:rPr>
              <a:t>12</a:t>
            </a:fld>
            <a:endParaRPr lang="zh-CN" altLang="en-US" sz="1100" b="0" i="0" u="none" strike="noStrike" kern="0" cap="none" spc="0" baseline="0">
              <a:solidFill>
                <a:srgbClr val="000000"/>
              </a:solidFill>
              <a:latin typeface="Trebuchet MS" pitchFamily="0" charset="0"/>
              <a:ea typeface="Trebuchet MS" pitchFamily="0" charset="0"/>
              <a:cs typeface="Trebuchet MS" pitchFamily="0" charset="0"/>
              <a:sym typeface="Trebuchet MS" pitchFamily="0" charset="0"/>
            </a:endParaRPr>
          </a:p>
        </p:txBody>
      </p:sp>
      <p:pic>
        <p:nvPicPr>
          <p:cNvPr id="184" name="图片"/>
          <p:cNvPicPr>
            <a:picLocks/>
          </p:cNvPicPr>
          <p:nvPr/>
        </p:nvPicPr>
        <p:blipFill>
          <a:blip r:embed="rId2" cstate="print"/>
          <a:stretch>
            <a:fillRect/>
          </a:stretch>
        </p:blipFill>
        <p:spPr>
          <a:xfrm rot="0">
            <a:off x="1143000" y="1928812"/>
            <a:ext cx="5867400" cy="4243388"/>
          </a:xfrm>
          <a:prstGeom prst="rect"/>
          <a:noFill/>
          <a:ln w="12700" cmpd="sng" cap="flat">
            <a:noFill/>
            <a:prstDash val="solid"/>
            <a:round/>
          </a:ln>
        </p:spPr>
      </p:pic>
    </p:spTree>
    <p:extLst>
      <p:ext uri="{BB962C8B-B14F-4D97-AF65-F5344CB8AC3E}">
        <p14:creationId xmlns:p14="http://schemas.microsoft.com/office/powerpoint/2010/main" val="2016570351"/>
      </p:ext>
    </p:extLst>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87" name="文本框"/>
          <p:cNvSpPr>
            <a:spLocks noGrp="1"/>
          </p:cNvSpPr>
          <p:nvPr>
            <p:ph type="title"/>
          </p:nvPr>
        </p:nvSpPr>
        <p:spPr>
          <a:xfrm rot="0">
            <a:off x="755332" y="385444"/>
            <a:ext cx="10681335" cy="758190"/>
          </a:xfrm>
          <a:prstGeom prst="rect"/>
          <a:noFill/>
          <a:ln w="12700" cmpd="sng" cap="flat">
            <a:noFill/>
            <a:prstDash val="solid"/>
            <a:round/>
          </a:ln>
        </p:spPr>
        <p:txBody>
          <a:bodyPr vert="horz" wrap="square" lIns="0" tIns="0" rIns="0" bIns="0" anchor="t" anchorCtr="0">
            <a:prstTxWarp prst="textNoShape"/>
            <a:spAutoFit/>
          </a:bodyPr>
          <a:lstStyle/>
          <a:p>
            <a:pPr marL="0" indent="0" algn="l">
              <a:lnSpc>
                <a:spcPct val="100000"/>
              </a:lnSpc>
              <a:spcBef>
                <a:spcPts val="0"/>
              </a:spcBef>
              <a:spcAft>
                <a:spcPts val="0"/>
              </a:spcAft>
              <a:buNone/>
            </a:pPr>
            <a:r>
              <a:rPr lang="en-US" altLang="zh-CN" sz="4800" b="1"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rPr>
              <a:t>conclusion</a:t>
            </a:r>
            <a:endParaRPr lang="zh-CN" altLang="en-US" sz="4800" b="1" i="0" u="none" strike="noStrike" kern="0" cap="none" spc="0" baseline="0">
              <a:solidFill>
                <a:srgbClr val="000000"/>
              </a:solidFill>
              <a:latin typeface="Times New Roman" pitchFamily="0" charset="0"/>
              <a:ea typeface="Times New Roman" pitchFamily="0" charset="0"/>
              <a:cs typeface="Times New Roman" pitchFamily="0" charset="0"/>
              <a:sym typeface="Times New Roman" pitchFamily="0" charset="0"/>
            </a:endParaRPr>
          </a:p>
        </p:txBody>
      </p:sp>
      <p:sp>
        <p:nvSpPr>
          <p:cNvPr id="188" name="矩形"/>
          <p:cNvSpPr>
            <a:spLocks/>
          </p:cNvSpPr>
          <p:nvPr/>
        </p:nvSpPr>
        <p:spPr>
          <a:xfrm rot="0">
            <a:off x="1566502" y="1734501"/>
            <a:ext cx="7586604" cy="4524315"/>
          </a:xfrm>
          <a:prstGeom prst="rect"/>
          <a:noFill/>
          <a:ln w="12700" cmpd="sng" cap="flat">
            <a:noFill/>
            <a:prstDash val="solid"/>
            <a:round/>
          </a:ln>
        </p:spPr>
        <p:txBody>
          <a:bodyPr vert="horz" wrap="square" lIns="91425" tIns="45700" rIns="91425" bIns="45700" anchor="t" anchorCtr="0">
            <a:prstTxWarp prst="textNoShape"/>
            <a:spAutoFit/>
          </a:bodyPr>
          <a:lstStyle/>
          <a:p>
            <a:pPr marL="0" indent="0" algn="l">
              <a:lnSpc>
                <a:spcPct val="100000"/>
              </a:lnSpc>
              <a:spcBef>
                <a:spcPts val="0"/>
              </a:spcBef>
              <a:spcAft>
                <a:spcPts val="0"/>
              </a:spcAft>
              <a:buNone/>
            </a:pPr>
            <a:r>
              <a:rPr lang="en-US" altLang="zh-CN" sz="2400" b="0" i="0" u="none" strike="noStrike" kern="0" cap="none" spc="0" baseline="0">
                <a:solidFill>
                  <a:srgbClr val="000000"/>
                </a:solidFill>
                <a:latin typeface="Calibri" pitchFamily="0" charset="0"/>
                <a:ea typeface="Calibri" pitchFamily="0" charset="0"/>
                <a:cs typeface="Calibri" pitchFamily="0" charset="0"/>
                <a:sym typeface="Calibri" pitchFamily="0" charset="0"/>
              </a:rPr>
              <a:t>The conclusion of employee data analysis reveals key insights into workforce trends, performance, and areas for improvement. By analyzing metrics such as productivity, turnover rates, and engagement levels, organizations can identify strengths and weaknesses in their HR strategies. This analysis supports data-driven decision-making, enabling targeted interventions to enhance employee performance, optimize recruitment processes, and improve overall organizational effectiveness. In essence, effective data analysis provides a foundation for strategic planning and operational improvements, leading to a more motivated and productive workforce.</a:t>
            </a:r>
            <a:endParaRPr lang="zh-CN" altLang="en-US" sz="2400" b="0" i="0" u="none" strike="noStrike" kern="0" cap="none" spc="0" baseline="0">
              <a:solidFill>
                <a:srgbClr val="000000"/>
              </a:solidFill>
              <a:latin typeface="Calibri" pitchFamily="0" charset="0"/>
              <a:ea typeface="Calibri" pitchFamily="0" charset="0"/>
              <a:cs typeface="Calibri" pitchFamily="0" charset="0"/>
              <a:sym typeface="Calibri" pitchFamily="0" charset="0"/>
            </a:endParaRPr>
          </a:p>
        </p:txBody>
      </p:sp>
    </p:spTree>
    <p:extLst>
      <p:ext uri="{BB962C8B-B14F-4D97-AF65-F5344CB8AC3E}">
        <p14:creationId xmlns:p14="http://schemas.microsoft.com/office/powerpoint/2010/main" val="2127810162"/>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5</TotalTime>
  <Application>Yozo_Office</Application>
</Properties>
</file>

<file path=docProps/core.xml><?xml version="1.0" encoding="utf-8"?>
<cp:coreProperties xmlns:cp="http://schemas.openxmlformats.org/package/2006/metadata/core-properties" xmlns:dc="http://purl.org/dc/elements/1.1/" xmlns:dcterms="http://purl.org/dc/terms/" xmlns:xsi="http://www.w3.org/2001/XMLSchema-instance">
  <dc:title>Employee Data Analysis using Excel  </dc:title>
  <dc:creator>Redmi Note 8</dc:creator>
  <cp:lastModifiedBy>root</cp:lastModifiedBy>
  <cp:revision>0</cp:revision>
  <dcterms:created xsi:type="dcterms:W3CDTF">2024-08-28T22:26:16Z</dcterms:created>
  <dcterms:modified xsi:type="dcterms:W3CDTF">2024-09-02T02:46:30Z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ICV">
    <vt:lpwstr>01e0cfa20391488ab1c99db925691908</vt:lpwstr>
  </property>
</Properties>
</file>